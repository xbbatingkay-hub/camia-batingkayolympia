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Retropix" charset="1" panose="00000000000000000000"/>
      <p:regular r:id="rId35"/>
    </p:embeddedFont>
    <p:embeddedFont>
      <p:font typeface="Public Sans Bold" charset="1" panose="00000000000000000000"/>
      <p:regular r:id="rId36"/>
    </p:embeddedFont>
    <p:embeddedFont>
      <p:font typeface="Minecraftia" charset="1" panose="00000400000000000000"/>
      <p:regular r:id="rId37"/>
    </p:embeddedFont>
    <p:embeddedFont>
      <p:font typeface="Times New Roman" charset="1" panose="02020603050405020304"/>
      <p:regular r:id="rId38"/>
    </p:embeddedFont>
    <p:embeddedFont>
      <p:font typeface="Comic Sans" charset="1" panose="03000702030302020204"/>
      <p:regular r:id="rId39"/>
    </p:embeddedFont>
    <p:embeddedFont>
      <p:font typeface="Impact" charset="1" panose="020B0806030902050204"/>
      <p:regular r:id="rId40"/>
    </p:embeddedFont>
    <p:embeddedFont>
      <p:font typeface="Public Sans" charset="1" panose="000000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32" Target="../media/image31.png" Type="http://schemas.openxmlformats.org/officeDocument/2006/relationships/image"/><Relationship Id="rId33" Target="../media/image3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16" Target="../media/image33.png" Type="http://schemas.openxmlformats.org/officeDocument/2006/relationships/image"/><Relationship Id="rId17" Target="../media/image34.svg" Type="http://schemas.openxmlformats.org/officeDocument/2006/relationships/image"/><Relationship Id="rId18" Target="../media/image35.png" Type="http://schemas.openxmlformats.org/officeDocument/2006/relationships/image"/><Relationship Id="rId19" Target="../media/image36.svg" Type="http://schemas.openxmlformats.org/officeDocument/2006/relationships/image"/><Relationship Id="rId2" Target="../media/image17.png" Type="http://schemas.openxmlformats.org/officeDocument/2006/relationships/image"/><Relationship Id="rId20" Target="../media/image37.png" Type="http://schemas.openxmlformats.org/officeDocument/2006/relationships/image"/><Relationship Id="rId21" Target="../media/image38.png" Type="http://schemas.openxmlformats.org/officeDocument/2006/relationships/image"/><Relationship Id="rId22" Target="../media/image39.svg" Type="http://schemas.openxmlformats.org/officeDocument/2006/relationships/image"/><Relationship Id="rId23" Target="../media/image40.png" Type="http://schemas.openxmlformats.org/officeDocument/2006/relationships/image"/><Relationship Id="rId24" Target="../media/image41.png" Type="http://schemas.openxmlformats.org/officeDocument/2006/relationships/image"/><Relationship Id="rId25" Target="../media/image42.svg" Type="http://schemas.openxmlformats.org/officeDocument/2006/relationships/image"/><Relationship Id="rId26" Target="../media/image43.png" Type="http://schemas.openxmlformats.org/officeDocument/2006/relationships/image"/><Relationship Id="rId27" Target="../media/image44.svg" Type="http://schemas.openxmlformats.org/officeDocument/2006/relationships/image"/><Relationship Id="rId28" Target="../media/image45.png" Type="http://schemas.openxmlformats.org/officeDocument/2006/relationships/image"/><Relationship Id="rId29" Target="../media/image46.svg" Type="http://schemas.openxmlformats.org/officeDocument/2006/relationships/image"/><Relationship Id="rId3" Target="../media/image18.svg" Type="http://schemas.openxmlformats.org/officeDocument/2006/relationships/image"/><Relationship Id="rId30" Target="../media/image47.png" Type="http://schemas.openxmlformats.org/officeDocument/2006/relationships/image"/><Relationship Id="rId31" Target="../media/image48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16" Target="../media/image27.png" Type="http://schemas.openxmlformats.org/officeDocument/2006/relationships/image"/><Relationship Id="rId17" Target="../media/image28.svg" Type="http://schemas.openxmlformats.org/officeDocument/2006/relationships/image"/><Relationship Id="rId18" Target="../media/image29.png" Type="http://schemas.openxmlformats.org/officeDocument/2006/relationships/image"/><Relationship Id="rId19" Target="../media/image30.svg" Type="http://schemas.openxmlformats.org/officeDocument/2006/relationships/image"/><Relationship Id="rId2" Target="../media/image49.png" Type="http://schemas.openxmlformats.org/officeDocument/2006/relationships/image"/><Relationship Id="rId20" Target="../media/image51.png" Type="http://schemas.openxmlformats.org/officeDocument/2006/relationships/image"/><Relationship Id="rId21" Target="../media/image52.png" Type="http://schemas.openxmlformats.org/officeDocument/2006/relationships/image"/><Relationship Id="rId22" Target="../media/image53.svg" Type="http://schemas.openxmlformats.org/officeDocument/2006/relationships/image"/><Relationship Id="rId23" Target="../media/image43.png" Type="http://schemas.openxmlformats.org/officeDocument/2006/relationships/image"/><Relationship Id="rId24" Target="../media/image44.svg" Type="http://schemas.openxmlformats.org/officeDocument/2006/relationships/image"/><Relationship Id="rId3" Target="../media/image5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12" Target="../media/image64.png" Type="http://schemas.openxmlformats.org/officeDocument/2006/relationships/image"/><Relationship Id="rId13" Target="../media/image65.svg" Type="http://schemas.openxmlformats.org/officeDocument/2006/relationships/image"/><Relationship Id="rId14" Target="../media/image66.png" Type="http://schemas.openxmlformats.org/officeDocument/2006/relationships/image"/><Relationship Id="rId15" Target="../media/image67.svg" Type="http://schemas.openxmlformats.org/officeDocument/2006/relationships/image"/><Relationship Id="rId16" Target="../media/image68.png" Type="http://schemas.openxmlformats.org/officeDocument/2006/relationships/image"/><Relationship Id="rId17" Target="../media/image69.svg" Type="http://schemas.openxmlformats.org/officeDocument/2006/relationships/image"/><Relationship Id="rId18" Target="../media/image70.png" Type="http://schemas.openxmlformats.org/officeDocument/2006/relationships/image"/><Relationship Id="rId19" Target="../media/image71.svg" Type="http://schemas.openxmlformats.org/officeDocument/2006/relationships/image"/><Relationship Id="rId2" Target="../media/image54.png" Type="http://schemas.openxmlformats.org/officeDocument/2006/relationships/image"/><Relationship Id="rId20" Target="../media/image72.png" Type="http://schemas.openxmlformats.org/officeDocument/2006/relationships/image"/><Relationship Id="rId21" Target="../media/image73.svg" Type="http://schemas.openxmlformats.org/officeDocument/2006/relationships/image"/><Relationship Id="rId22" Target="../media/image74.png" Type="http://schemas.openxmlformats.org/officeDocument/2006/relationships/image"/><Relationship Id="rId23" Target="../media/image75.svg" Type="http://schemas.openxmlformats.org/officeDocument/2006/relationships/image"/><Relationship Id="rId24" Target="../media/image15.png" Type="http://schemas.openxmlformats.org/officeDocument/2006/relationships/image"/><Relationship Id="rId25" Target="../media/image16.svg" Type="http://schemas.openxmlformats.org/officeDocument/2006/relationships/image"/><Relationship Id="rId26" Target="../media/image76.png" Type="http://schemas.openxmlformats.org/officeDocument/2006/relationships/image"/><Relationship Id="rId27" Target="../media/image77.svg" Type="http://schemas.openxmlformats.org/officeDocument/2006/relationships/image"/><Relationship Id="rId28" Target="../media/image78.png" Type="http://schemas.openxmlformats.org/officeDocument/2006/relationships/image"/><Relationship Id="rId29" Target="../media/image79.svg" Type="http://schemas.openxmlformats.org/officeDocument/2006/relationships/image"/><Relationship Id="rId3" Target="../media/image55.svg" Type="http://schemas.openxmlformats.org/officeDocument/2006/relationships/image"/><Relationship Id="rId30" Target="../media/image80.png" Type="http://schemas.openxmlformats.org/officeDocument/2006/relationships/image"/><Relationship Id="rId31" Target="../media/image81.svg" Type="http://schemas.openxmlformats.org/officeDocument/2006/relationships/image"/><Relationship Id="rId32" Target="../media/image82.png" Type="http://schemas.openxmlformats.org/officeDocument/2006/relationships/image"/><Relationship Id="rId33" Target="../media/image83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12" Target="../media/image64.png" Type="http://schemas.openxmlformats.org/officeDocument/2006/relationships/image"/><Relationship Id="rId13" Target="../media/image65.svg" Type="http://schemas.openxmlformats.org/officeDocument/2006/relationships/image"/><Relationship Id="rId14" Target="../media/image66.png" Type="http://schemas.openxmlformats.org/officeDocument/2006/relationships/image"/><Relationship Id="rId15" Target="../media/image67.svg" Type="http://schemas.openxmlformats.org/officeDocument/2006/relationships/image"/><Relationship Id="rId16" Target="../media/image68.png" Type="http://schemas.openxmlformats.org/officeDocument/2006/relationships/image"/><Relationship Id="rId17" Target="../media/image69.svg" Type="http://schemas.openxmlformats.org/officeDocument/2006/relationships/image"/><Relationship Id="rId18" Target="../media/image70.png" Type="http://schemas.openxmlformats.org/officeDocument/2006/relationships/image"/><Relationship Id="rId19" Target="../media/image71.svg" Type="http://schemas.openxmlformats.org/officeDocument/2006/relationships/image"/><Relationship Id="rId2" Target="../media/image54.png" Type="http://schemas.openxmlformats.org/officeDocument/2006/relationships/image"/><Relationship Id="rId20" Target="../media/image72.png" Type="http://schemas.openxmlformats.org/officeDocument/2006/relationships/image"/><Relationship Id="rId21" Target="../media/image73.svg" Type="http://schemas.openxmlformats.org/officeDocument/2006/relationships/image"/><Relationship Id="rId22" Target="../media/image74.png" Type="http://schemas.openxmlformats.org/officeDocument/2006/relationships/image"/><Relationship Id="rId23" Target="../media/image75.svg" Type="http://schemas.openxmlformats.org/officeDocument/2006/relationships/image"/><Relationship Id="rId24" Target="../media/image15.png" Type="http://schemas.openxmlformats.org/officeDocument/2006/relationships/image"/><Relationship Id="rId25" Target="../media/image16.svg" Type="http://schemas.openxmlformats.org/officeDocument/2006/relationships/image"/><Relationship Id="rId26" Target="../media/image76.png" Type="http://schemas.openxmlformats.org/officeDocument/2006/relationships/image"/><Relationship Id="rId27" Target="../media/image77.svg" Type="http://schemas.openxmlformats.org/officeDocument/2006/relationships/image"/><Relationship Id="rId28" Target="../media/image78.png" Type="http://schemas.openxmlformats.org/officeDocument/2006/relationships/image"/><Relationship Id="rId29" Target="../media/image79.svg" Type="http://schemas.openxmlformats.org/officeDocument/2006/relationships/image"/><Relationship Id="rId3" Target="../media/image55.svg" Type="http://schemas.openxmlformats.org/officeDocument/2006/relationships/image"/><Relationship Id="rId30" Target="../media/image80.png" Type="http://schemas.openxmlformats.org/officeDocument/2006/relationships/image"/><Relationship Id="rId31" Target="../media/image81.svg" Type="http://schemas.openxmlformats.org/officeDocument/2006/relationships/image"/><Relationship Id="rId32" Target="../media/image82.png" Type="http://schemas.openxmlformats.org/officeDocument/2006/relationships/image"/><Relationship Id="rId33" Target="../media/image83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12" Target="../media/image64.png" Type="http://schemas.openxmlformats.org/officeDocument/2006/relationships/image"/><Relationship Id="rId13" Target="../media/image65.svg" Type="http://schemas.openxmlformats.org/officeDocument/2006/relationships/image"/><Relationship Id="rId14" Target="../media/image66.png" Type="http://schemas.openxmlformats.org/officeDocument/2006/relationships/image"/><Relationship Id="rId15" Target="../media/image67.svg" Type="http://schemas.openxmlformats.org/officeDocument/2006/relationships/image"/><Relationship Id="rId16" Target="../media/image68.png" Type="http://schemas.openxmlformats.org/officeDocument/2006/relationships/image"/><Relationship Id="rId17" Target="../media/image69.svg" Type="http://schemas.openxmlformats.org/officeDocument/2006/relationships/image"/><Relationship Id="rId18" Target="../media/image70.png" Type="http://schemas.openxmlformats.org/officeDocument/2006/relationships/image"/><Relationship Id="rId19" Target="../media/image71.svg" Type="http://schemas.openxmlformats.org/officeDocument/2006/relationships/image"/><Relationship Id="rId2" Target="../media/image54.png" Type="http://schemas.openxmlformats.org/officeDocument/2006/relationships/image"/><Relationship Id="rId20" Target="../media/image72.png" Type="http://schemas.openxmlformats.org/officeDocument/2006/relationships/image"/><Relationship Id="rId21" Target="../media/image73.svg" Type="http://schemas.openxmlformats.org/officeDocument/2006/relationships/image"/><Relationship Id="rId22" Target="../media/image74.png" Type="http://schemas.openxmlformats.org/officeDocument/2006/relationships/image"/><Relationship Id="rId23" Target="../media/image75.svg" Type="http://schemas.openxmlformats.org/officeDocument/2006/relationships/image"/><Relationship Id="rId24" Target="../media/image15.png" Type="http://schemas.openxmlformats.org/officeDocument/2006/relationships/image"/><Relationship Id="rId25" Target="../media/image16.svg" Type="http://schemas.openxmlformats.org/officeDocument/2006/relationships/image"/><Relationship Id="rId26" Target="../media/image78.png" Type="http://schemas.openxmlformats.org/officeDocument/2006/relationships/image"/><Relationship Id="rId27" Target="../media/image79.svg" Type="http://schemas.openxmlformats.org/officeDocument/2006/relationships/image"/><Relationship Id="rId28" Target="../media/image82.png" Type="http://schemas.openxmlformats.org/officeDocument/2006/relationships/image"/><Relationship Id="rId29" Target="../media/image83.svg" Type="http://schemas.openxmlformats.org/officeDocument/2006/relationships/image"/><Relationship Id="rId3" Target="../media/image55.svg" Type="http://schemas.openxmlformats.org/officeDocument/2006/relationships/image"/><Relationship Id="rId30" Target="../media/image84.png" Type="http://schemas.openxmlformats.org/officeDocument/2006/relationships/image"/><Relationship Id="rId31" Target="../media/image85.png" Type="http://schemas.openxmlformats.org/officeDocument/2006/relationships/image"/><Relationship Id="rId32" Target="../media/image86.png" Type="http://schemas.openxmlformats.org/officeDocument/2006/relationships/image"/><Relationship Id="rId33" Target="../media/image87.png" Type="http://schemas.openxmlformats.org/officeDocument/2006/relationships/image"/><Relationship Id="rId34" Target="../media/image88.png" Type="http://schemas.openxmlformats.org/officeDocument/2006/relationships/image"/><Relationship Id="rId35" Target="../media/image89.png" Type="http://schemas.openxmlformats.org/officeDocument/2006/relationships/image"/><Relationship Id="rId36" Target="../media/image90.pn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12" Target="../media/image64.png" Type="http://schemas.openxmlformats.org/officeDocument/2006/relationships/image"/><Relationship Id="rId13" Target="../media/image65.svg" Type="http://schemas.openxmlformats.org/officeDocument/2006/relationships/image"/><Relationship Id="rId14" Target="../media/image66.png" Type="http://schemas.openxmlformats.org/officeDocument/2006/relationships/image"/><Relationship Id="rId15" Target="../media/image67.svg" Type="http://schemas.openxmlformats.org/officeDocument/2006/relationships/image"/><Relationship Id="rId16" Target="../media/image68.png" Type="http://schemas.openxmlformats.org/officeDocument/2006/relationships/image"/><Relationship Id="rId17" Target="../media/image69.svg" Type="http://schemas.openxmlformats.org/officeDocument/2006/relationships/image"/><Relationship Id="rId18" Target="../media/image70.png" Type="http://schemas.openxmlformats.org/officeDocument/2006/relationships/image"/><Relationship Id="rId19" Target="../media/image71.svg" Type="http://schemas.openxmlformats.org/officeDocument/2006/relationships/image"/><Relationship Id="rId2" Target="../media/image54.png" Type="http://schemas.openxmlformats.org/officeDocument/2006/relationships/image"/><Relationship Id="rId20" Target="../media/image72.png" Type="http://schemas.openxmlformats.org/officeDocument/2006/relationships/image"/><Relationship Id="rId21" Target="../media/image73.svg" Type="http://schemas.openxmlformats.org/officeDocument/2006/relationships/image"/><Relationship Id="rId22" Target="../media/image74.png" Type="http://schemas.openxmlformats.org/officeDocument/2006/relationships/image"/><Relationship Id="rId23" Target="../media/image75.svg" Type="http://schemas.openxmlformats.org/officeDocument/2006/relationships/image"/><Relationship Id="rId24" Target="../media/image15.png" Type="http://schemas.openxmlformats.org/officeDocument/2006/relationships/image"/><Relationship Id="rId25" Target="../media/image16.svg" Type="http://schemas.openxmlformats.org/officeDocument/2006/relationships/image"/><Relationship Id="rId26" Target="../media/image78.png" Type="http://schemas.openxmlformats.org/officeDocument/2006/relationships/image"/><Relationship Id="rId27" Target="../media/image79.svg" Type="http://schemas.openxmlformats.org/officeDocument/2006/relationships/image"/><Relationship Id="rId28" Target="../media/image91.png" Type="http://schemas.openxmlformats.org/officeDocument/2006/relationships/image"/><Relationship Id="rId3" Target="../media/image55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12" Target="../media/image64.png" Type="http://schemas.openxmlformats.org/officeDocument/2006/relationships/image"/><Relationship Id="rId13" Target="../media/image65.svg" Type="http://schemas.openxmlformats.org/officeDocument/2006/relationships/image"/><Relationship Id="rId14" Target="../media/image66.png" Type="http://schemas.openxmlformats.org/officeDocument/2006/relationships/image"/><Relationship Id="rId15" Target="../media/image67.svg" Type="http://schemas.openxmlformats.org/officeDocument/2006/relationships/image"/><Relationship Id="rId16" Target="../media/image68.png" Type="http://schemas.openxmlformats.org/officeDocument/2006/relationships/image"/><Relationship Id="rId17" Target="../media/image69.svg" Type="http://schemas.openxmlformats.org/officeDocument/2006/relationships/image"/><Relationship Id="rId18" Target="../media/image70.png" Type="http://schemas.openxmlformats.org/officeDocument/2006/relationships/image"/><Relationship Id="rId19" Target="../media/image71.svg" Type="http://schemas.openxmlformats.org/officeDocument/2006/relationships/image"/><Relationship Id="rId2" Target="../media/image54.png" Type="http://schemas.openxmlformats.org/officeDocument/2006/relationships/image"/><Relationship Id="rId20" Target="../media/image72.png" Type="http://schemas.openxmlformats.org/officeDocument/2006/relationships/image"/><Relationship Id="rId21" Target="../media/image73.svg" Type="http://schemas.openxmlformats.org/officeDocument/2006/relationships/image"/><Relationship Id="rId22" Target="../media/image74.png" Type="http://schemas.openxmlformats.org/officeDocument/2006/relationships/image"/><Relationship Id="rId23" Target="../media/image75.svg" Type="http://schemas.openxmlformats.org/officeDocument/2006/relationships/image"/><Relationship Id="rId24" Target="../media/image15.png" Type="http://schemas.openxmlformats.org/officeDocument/2006/relationships/image"/><Relationship Id="rId25" Target="../media/image16.svg" Type="http://schemas.openxmlformats.org/officeDocument/2006/relationships/image"/><Relationship Id="rId26" Target="../media/image78.png" Type="http://schemas.openxmlformats.org/officeDocument/2006/relationships/image"/><Relationship Id="rId27" Target="../media/image79.svg" Type="http://schemas.openxmlformats.org/officeDocument/2006/relationships/image"/><Relationship Id="rId28" Target="../media/image92.png" Type="http://schemas.openxmlformats.org/officeDocument/2006/relationships/image"/><Relationship Id="rId3" Target="../media/image55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12" Target="../media/image64.png" Type="http://schemas.openxmlformats.org/officeDocument/2006/relationships/image"/><Relationship Id="rId13" Target="../media/image65.svg" Type="http://schemas.openxmlformats.org/officeDocument/2006/relationships/image"/><Relationship Id="rId14" Target="../media/image66.png" Type="http://schemas.openxmlformats.org/officeDocument/2006/relationships/image"/><Relationship Id="rId15" Target="../media/image67.svg" Type="http://schemas.openxmlformats.org/officeDocument/2006/relationships/image"/><Relationship Id="rId16" Target="../media/image68.png" Type="http://schemas.openxmlformats.org/officeDocument/2006/relationships/image"/><Relationship Id="rId17" Target="../media/image69.svg" Type="http://schemas.openxmlformats.org/officeDocument/2006/relationships/image"/><Relationship Id="rId18" Target="../media/image70.png" Type="http://schemas.openxmlformats.org/officeDocument/2006/relationships/image"/><Relationship Id="rId19" Target="../media/image71.svg" Type="http://schemas.openxmlformats.org/officeDocument/2006/relationships/image"/><Relationship Id="rId2" Target="../media/image54.png" Type="http://schemas.openxmlformats.org/officeDocument/2006/relationships/image"/><Relationship Id="rId20" Target="../media/image72.png" Type="http://schemas.openxmlformats.org/officeDocument/2006/relationships/image"/><Relationship Id="rId21" Target="../media/image73.svg" Type="http://schemas.openxmlformats.org/officeDocument/2006/relationships/image"/><Relationship Id="rId22" Target="../media/image74.png" Type="http://schemas.openxmlformats.org/officeDocument/2006/relationships/image"/><Relationship Id="rId23" Target="../media/image75.svg" Type="http://schemas.openxmlformats.org/officeDocument/2006/relationships/image"/><Relationship Id="rId24" Target="../media/image15.png" Type="http://schemas.openxmlformats.org/officeDocument/2006/relationships/image"/><Relationship Id="rId25" Target="../media/image16.svg" Type="http://schemas.openxmlformats.org/officeDocument/2006/relationships/image"/><Relationship Id="rId26" Target="../media/image78.png" Type="http://schemas.openxmlformats.org/officeDocument/2006/relationships/image"/><Relationship Id="rId27" Target="../media/image79.svg" Type="http://schemas.openxmlformats.org/officeDocument/2006/relationships/image"/><Relationship Id="rId28" Target="../media/image93.png" Type="http://schemas.openxmlformats.org/officeDocument/2006/relationships/image"/><Relationship Id="rId3" Target="../media/image55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12" Target="../media/image64.png" Type="http://schemas.openxmlformats.org/officeDocument/2006/relationships/image"/><Relationship Id="rId13" Target="../media/image65.svg" Type="http://schemas.openxmlformats.org/officeDocument/2006/relationships/image"/><Relationship Id="rId14" Target="../media/image66.png" Type="http://schemas.openxmlformats.org/officeDocument/2006/relationships/image"/><Relationship Id="rId15" Target="../media/image67.svg" Type="http://schemas.openxmlformats.org/officeDocument/2006/relationships/image"/><Relationship Id="rId16" Target="../media/image68.png" Type="http://schemas.openxmlformats.org/officeDocument/2006/relationships/image"/><Relationship Id="rId17" Target="../media/image69.svg" Type="http://schemas.openxmlformats.org/officeDocument/2006/relationships/image"/><Relationship Id="rId18" Target="../media/image70.png" Type="http://schemas.openxmlformats.org/officeDocument/2006/relationships/image"/><Relationship Id="rId19" Target="../media/image71.svg" Type="http://schemas.openxmlformats.org/officeDocument/2006/relationships/image"/><Relationship Id="rId2" Target="../media/image54.png" Type="http://schemas.openxmlformats.org/officeDocument/2006/relationships/image"/><Relationship Id="rId20" Target="../media/image72.png" Type="http://schemas.openxmlformats.org/officeDocument/2006/relationships/image"/><Relationship Id="rId21" Target="../media/image73.svg" Type="http://schemas.openxmlformats.org/officeDocument/2006/relationships/image"/><Relationship Id="rId22" Target="../media/image74.png" Type="http://schemas.openxmlformats.org/officeDocument/2006/relationships/image"/><Relationship Id="rId23" Target="../media/image75.svg" Type="http://schemas.openxmlformats.org/officeDocument/2006/relationships/image"/><Relationship Id="rId24" Target="../media/image15.png" Type="http://schemas.openxmlformats.org/officeDocument/2006/relationships/image"/><Relationship Id="rId25" Target="../media/image16.svg" Type="http://schemas.openxmlformats.org/officeDocument/2006/relationships/image"/><Relationship Id="rId26" Target="../media/image78.png" Type="http://schemas.openxmlformats.org/officeDocument/2006/relationships/image"/><Relationship Id="rId27" Target="../media/image79.svg" Type="http://schemas.openxmlformats.org/officeDocument/2006/relationships/image"/><Relationship Id="rId28" Target="../media/image94.png" Type="http://schemas.openxmlformats.org/officeDocument/2006/relationships/image"/><Relationship Id="rId3" Target="../media/image55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29.png" Type="http://schemas.openxmlformats.org/officeDocument/2006/relationships/image"/><Relationship Id="rId17" Target="../media/image30.svg" Type="http://schemas.openxmlformats.org/officeDocument/2006/relationships/image"/><Relationship Id="rId2" Target="../media/image95.png" Type="http://schemas.openxmlformats.org/officeDocument/2006/relationships/image"/><Relationship Id="rId3" Target="../media/image9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12" Target="../media/image64.png" Type="http://schemas.openxmlformats.org/officeDocument/2006/relationships/image"/><Relationship Id="rId13" Target="../media/image65.svg" Type="http://schemas.openxmlformats.org/officeDocument/2006/relationships/image"/><Relationship Id="rId14" Target="../media/image66.png" Type="http://schemas.openxmlformats.org/officeDocument/2006/relationships/image"/><Relationship Id="rId15" Target="../media/image67.svg" Type="http://schemas.openxmlformats.org/officeDocument/2006/relationships/image"/><Relationship Id="rId16" Target="../media/image68.png" Type="http://schemas.openxmlformats.org/officeDocument/2006/relationships/image"/><Relationship Id="rId17" Target="../media/image69.svg" Type="http://schemas.openxmlformats.org/officeDocument/2006/relationships/image"/><Relationship Id="rId18" Target="../media/image70.png" Type="http://schemas.openxmlformats.org/officeDocument/2006/relationships/image"/><Relationship Id="rId19" Target="../media/image71.svg" Type="http://schemas.openxmlformats.org/officeDocument/2006/relationships/image"/><Relationship Id="rId2" Target="../media/image54.png" Type="http://schemas.openxmlformats.org/officeDocument/2006/relationships/image"/><Relationship Id="rId20" Target="../media/image72.png" Type="http://schemas.openxmlformats.org/officeDocument/2006/relationships/image"/><Relationship Id="rId21" Target="../media/image73.svg" Type="http://schemas.openxmlformats.org/officeDocument/2006/relationships/image"/><Relationship Id="rId22" Target="../media/image74.png" Type="http://schemas.openxmlformats.org/officeDocument/2006/relationships/image"/><Relationship Id="rId23" Target="../media/image75.svg" Type="http://schemas.openxmlformats.org/officeDocument/2006/relationships/image"/><Relationship Id="rId24" Target="../media/image15.png" Type="http://schemas.openxmlformats.org/officeDocument/2006/relationships/image"/><Relationship Id="rId25" Target="../media/image16.svg" Type="http://schemas.openxmlformats.org/officeDocument/2006/relationships/image"/><Relationship Id="rId26" Target="../media/image78.png" Type="http://schemas.openxmlformats.org/officeDocument/2006/relationships/image"/><Relationship Id="rId27" Target="../media/image79.svg" Type="http://schemas.openxmlformats.org/officeDocument/2006/relationships/image"/><Relationship Id="rId28" Target="../media/image97.png" Type="http://schemas.openxmlformats.org/officeDocument/2006/relationships/image"/><Relationship Id="rId3" Target="../media/image55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12" Target="../media/image64.png" Type="http://schemas.openxmlformats.org/officeDocument/2006/relationships/image"/><Relationship Id="rId13" Target="../media/image65.svg" Type="http://schemas.openxmlformats.org/officeDocument/2006/relationships/image"/><Relationship Id="rId14" Target="../media/image66.png" Type="http://schemas.openxmlformats.org/officeDocument/2006/relationships/image"/><Relationship Id="rId15" Target="../media/image67.svg" Type="http://schemas.openxmlformats.org/officeDocument/2006/relationships/image"/><Relationship Id="rId16" Target="../media/image68.png" Type="http://schemas.openxmlformats.org/officeDocument/2006/relationships/image"/><Relationship Id="rId17" Target="../media/image69.svg" Type="http://schemas.openxmlformats.org/officeDocument/2006/relationships/image"/><Relationship Id="rId18" Target="../media/image70.png" Type="http://schemas.openxmlformats.org/officeDocument/2006/relationships/image"/><Relationship Id="rId19" Target="../media/image71.svg" Type="http://schemas.openxmlformats.org/officeDocument/2006/relationships/image"/><Relationship Id="rId2" Target="../media/image54.png" Type="http://schemas.openxmlformats.org/officeDocument/2006/relationships/image"/><Relationship Id="rId20" Target="../media/image72.png" Type="http://schemas.openxmlformats.org/officeDocument/2006/relationships/image"/><Relationship Id="rId21" Target="../media/image73.svg" Type="http://schemas.openxmlformats.org/officeDocument/2006/relationships/image"/><Relationship Id="rId22" Target="../media/image74.png" Type="http://schemas.openxmlformats.org/officeDocument/2006/relationships/image"/><Relationship Id="rId23" Target="../media/image75.svg" Type="http://schemas.openxmlformats.org/officeDocument/2006/relationships/image"/><Relationship Id="rId24" Target="../media/image15.png" Type="http://schemas.openxmlformats.org/officeDocument/2006/relationships/image"/><Relationship Id="rId25" Target="../media/image16.svg" Type="http://schemas.openxmlformats.org/officeDocument/2006/relationships/image"/><Relationship Id="rId26" Target="../media/image78.png" Type="http://schemas.openxmlformats.org/officeDocument/2006/relationships/image"/><Relationship Id="rId27" Target="../media/image79.svg" Type="http://schemas.openxmlformats.org/officeDocument/2006/relationships/image"/><Relationship Id="rId28" Target="../media/image97.png" Type="http://schemas.openxmlformats.org/officeDocument/2006/relationships/image"/><Relationship Id="rId3" Target="../media/image55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12" Target="../media/image64.png" Type="http://schemas.openxmlformats.org/officeDocument/2006/relationships/image"/><Relationship Id="rId13" Target="../media/image65.svg" Type="http://schemas.openxmlformats.org/officeDocument/2006/relationships/image"/><Relationship Id="rId14" Target="../media/image66.png" Type="http://schemas.openxmlformats.org/officeDocument/2006/relationships/image"/><Relationship Id="rId15" Target="../media/image67.svg" Type="http://schemas.openxmlformats.org/officeDocument/2006/relationships/image"/><Relationship Id="rId16" Target="../media/image68.png" Type="http://schemas.openxmlformats.org/officeDocument/2006/relationships/image"/><Relationship Id="rId17" Target="../media/image69.svg" Type="http://schemas.openxmlformats.org/officeDocument/2006/relationships/image"/><Relationship Id="rId18" Target="../media/image70.png" Type="http://schemas.openxmlformats.org/officeDocument/2006/relationships/image"/><Relationship Id="rId19" Target="../media/image71.svg" Type="http://schemas.openxmlformats.org/officeDocument/2006/relationships/image"/><Relationship Id="rId2" Target="../media/image54.png" Type="http://schemas.openxmlformats.org/officeDocument/2006/relationships/image"/><Relationship Id="rId20" Target="../media/image72.png" Type="http://schemas.openxmlformats.org/officeDocument/2006/relationships/image"/><Relationship Id="rId21" Target="../media/image73.svg" Type="http://schemas.openxmlformats.org/officeDocument/2006/relationships/image"/><Relationship Id="rId22" Target="../media/image74.png" Type="http://schemas.openxmlformats.org/officeDocument/2006/relationships/image"/><Relationship Id="rId23" Target="../media/image75.svg" Type="http://schemas.openxmlformats.org/officeDocument/2006/relationships/image"/><Relationship Id="rId24" Target="../media/image15.png" Type="http://schemas.openxmlformats.org/officeDocument/2006/relationships/image"/><Relationship Id="rId25" Target="../media/image16.svg" Type="http://schemas.openxmlformats.org/officeDocument/2006/relationships/image"/><Relationship Id="rId26" Target="../media/image78.png" Type="http://schemas.openxmlformats.org/officeDocument/2006/relationships/image"/><Relationship Id="rId27" Target="../media/image79.svg" Type="http://schemas.openxmlformats.org/officeDocument/2006/relationships/image"/><Relationship Id="rId28" Target="../media/image97.png" Type="http://schemas.openxmlformats.org/officeDocument/2006/relationships/image"/><Relationship Id="rId3" Target="../media/image55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12" Target="../media/image64.png" Type="http://schemas.openxmlformats.org/officeDocument/2006/relationships/image"/><Relationship Id="rId13" Target="../media/image65.svg" Type="http://schemas.openxmlformats.org/officeDocument/2006/relationships/image"/><Relationship Id="rId14" Target="../media/image66.png" Type="http://schemas.openxmlformats.org/officeDocument/2006/relationships/image"/><Relationship Id="rId15" Target="../media/image67.svg" Type="http://schemas.openxmlformats.org/officeDocument/2006/relationships/image"/><Relationship Id="rId16" Target="../media/image68.png" Type="http://schemas.openxmlformats.org/officeDocument/2006/relationships/image"/><Relationship Id="rId17" Target="../media/image69.svg" Type="http://schemas.openxmlformats.org/officeDocument/2006/relationships/image"/><Relationship Id="rId18" Target="../media/image70.png" Type="http://schemas.openxmlformats.org/officeDocument/2006/relationships/image"/><Relationship Id="rId19" Target="../media/image71.svg" Type="http://schemas.openxmlformats.org/officeDocument/2006/relationships/image"/><Relationship Id="rId2" Target="../media/image54.png" Type="http://schemas.openxmlformats.org/officeDocument/2006/relationships/image"/><Relationship Id="rId20" Target="../media/image72.png" Type="http://schemas.openxmlformats.org/officeDocument/2006/relationships/image"/><Relationship Id="rId21" Target="../media/image73.svg" Type="http://schemas.openxmlformats.org/officeDocument/2006/relationships/image"/><Relationship Id="rId22" Target="../media/image74.png" Type="http://schemas.openxmlformats.org/officeDocument/2006/relationships/image"/><Relationship Id="rId23" Target="../media/image75.svg" Type="http://schemas.openxmlformats.org/officeDocument/2006/relationships/image"/><Relationship Id="rId24" Target="../media/image15.png" Type="http://schemas.openxmlformats.org/officeDocument/2006/relationships/image"/><Relationship Id="rId25" Target="../media/image16.svg" Type="http://schemas.openxmlformats.org/officeDocument/2006/relationships/image"/><Relationship Id="rId26" Target="../media/image78.png" Type="http://schemas.openxmlformats.org/officeDocument/2006/relationships/image"/><Relationship Id="rId27" Target="../media/image79.svg" Type="http://schemas.openxmlformats.org/officeDocument/2006/relationships/image"/><Relationship Id="rId28" Target="../media/image97.png" Type="http://schemas.openxmlformats.org/officeDocument/2006/relationships/image"/><Relationship Id="rId3" Target="../media/image55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12" Target="../media/image64.png" Type="http://schemas.openxmlformats.org/officeDocument/2006/relationships/image"/><Relationship Id="rId13" Target="../media/image65.svg" Type="http://schemas.openxmlformats.org/officeDocument/2006/relationships/image"/><Relationship Id="rId14" Target="../media/image66.png" Type="http://schemas.openxmlformats.org/officeDocument/2006/relationships/image"/><Relationship Id="rId15" Target="../media/image67.svg" Type="http://schemas.openxmlformats.org/officeDocument/2006/relationships/image"/><Relationship Id="rId16" Target="../media/image68.png" Type="http://schemas.openxmlformats.org/officeDocument/2006/relationships/image"/><Relationship Id="rId17" Target="../media/image69.svg" Type="http://schemas.openxmlformats.org/officeDocument/2006/relationships/image"/><Relationship Id="rId18" Target="../media/image70.png" Type="http://schemas.openxmlformats.org/officeDocument/2006/relationships/image"/><Relationship Id="rId19" Target="../media/image71.svg" Type="http://schemas.openxmlformats.org/officeDocument/2006/relationships/image"/><Relationship Id="rId2" Target="../media/image54.png" Type="http://schemas.openxmlformats.org/officeDocument/2006/relationships/image"/><Relationship Id="rId20" Target="../media/image72.png" Type="http://schemas.openxmlformats.org/officeDocument/2006/relationships/image"/><Relationship Id="rId21" Target="../media/image73.svg" Type="http://schemas.openxmlformats.org/officeDocument/2006/relationships/image"/><Relationship Id="rId22" Target="../media/image74.png" Type="http://schemas.openxmlformats.org/officeDocument/2006/relationships/image"/><Relationship Id="rId23" Target="../media/image75.svg" Type="http://schemas.openxmlformats.org/officeDocument/2006/relationships/image"/><Relationship Id="rId24" Target="../media/image15.png" Type="http://schemas.openxmlformats.org/officeDocument/2006/relationships/image"/><Relationship Id="rId25" Target="../media/image16.svg" Type="http://schemas.openxmlformats.org/officeDocument/2006/relationships/image"/><Relationship Id="rId26" Target="../media/image78.png" Type="http://schemas.openxmlformats.org/officeDocument/2006/relationships/image"/><Relationship Id="rId27" Target="../media/image79.svg" Type="http://schemas.openxmlformats.org/officeDocument/2006/relationships/image"/><Relationship Id="rId28" Target="../media/image97.png" Type="http://schemas.openxmlformats.org/officeDocument/2006/relationships/image"/><Relationship Id="rId3" Target="../media/image55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12" Target="../media/image64.png" Type="http://schemas.openxmlformats.org/officeDocument/2006/relationships/image"/><Relationship Id="rId13" Target="../media/image65.svg" Type="http://schemas.openxmlformats.org/officeDocument/2006/relationships/image"/><Relationship Id="rId14" Target="../media/image66.png" Type="http://schemas.openxmlformats.org/officeDocument/2006/relationships/image"/><Relationship Id="rId15" Target="../media/image67.svg" Type="http://schemas.openxmlformats.org/officeDocument/2006/relationships/image"/><Relationship Id="rId16" Target="../media/image68.png" Type="http://schemas.openxmlformats.org/officeDocument/2006/relationships/image"/><Relationship Id="rId17" Target="../media/image69.svg" Type="http://schemas.openxmlformats.org/officeDocument/2006/relationships/image"/><Relationship Id="rId18" Target="../media/image70.png" Type="http://schemas.openxmlformats.org/officeDocument/2006/relationships/image"/><Relationship Id="rId19" Target="../media/image71.svg" Type="http://schemas.openxmlformats.org/officeDocument/2006/relationships/image"/><Relationship Id="rId2" Target="../media/image54.png" Type="http://schemas.openxmlformats.org/officeDocument/2006/relationships/image"/><Relationship Id="rId20" Target="../media/image72.png" Type="http://schemas.openxmlformats.org/officeDocument/2006/relationships/image"/><Relationship Id="rId21" Target="../media/image73.svg" Type="http://schemas.openxmlformats.org/officeDocument/2006/relationships/image"/><Relationship Id="rId22" Target="../media/image74.png" Type="http://schemas.openxmlformats.org/officeDocument/2006/relationships/image"/><Relationship Id="rId23" Target="../media/image75.svg" Type="http://schemas.openxmlformats.org/officeDocument/2006/relationships/image"/><Relationship Id="rId24" Target="../media/image15.png" Type="http://schemas.openxmlformats.org/officeDocument/2006/relationships/image"/><Relationship Id="rId25" Target="../media/image16.svg" Type="http://schemas.openxmlformats.org/officeDocument/2006/relationships/image"/><Relationship Id="rId26" Target="../media/image78.png" Type="http://schemas.openxmlformats.org/officeDocument/2006/relationships/image"/><Relationship Id="rId27" Target="../media/image79.svg" Type="http://schemas.openxmlformats.org/officeDocument/2006/relationships/image"/><Relationship Id="rId28" Target="../media/image98.png" Type="http://schemas.openxmlformats.org/officeDocument/2006/relationships/image"/><Relationship Id="rId3" Target="../media/image55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96.svg" Type="http://schemas.openxmlformats.org/officeDocument/2006/relationships/image"/><Relationship Id="rId4" Target="../media/image9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2.png" Type="http://schemas.openxmlformats.org/officeDocument/2006/relationships/image"/><Relationship Id="rId11" Target="../media/image103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2" Target="../media/image95.png" Type="http://schemas.openxmlformats.org/officeDocument/2006/relationships/image"/><Relationship Id="rId3" Target="../media/image96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100.png" Type="http://schemas.openxmlformats.org/officeDocument/2006/relationships/image"/><Relationship Id="rId7" Target="../media/image101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96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104.png" Type="http://schemas.openxmlformats.org/officeDocument/2006/relationships/image"/><Relationship Id="rId7" Target="../media/image10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96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96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96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96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8.png" Type="http://schemas.openxmlformats.org/officeDocument/2006/relationships/image"/><Relationship Id="rId11" Target="../media/image109.svg" Type="http://schemas.openxmlformats.org/officeDocument/2006/relationships/image"/><Relationship Id="rId12" Target="../media/image110.png" Type="http://schemas.openxmlformats.org/officeDocument/2006/relationships/image"/><Relationship Id="rId13" Target="../media/image111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13.png" Type="http://schemas.openxmlformats.org/officeDocument/2006/relationships/image"/><Relationship Id="rId17" Target="../media/image14.svg" Type="http://schemas.openxmlformats.org/officeDocument/2006/relationships/image"/><Relationship Id="rId18" Target="../media/image112.png" Type="http://schemas.openxmlformats.org/officeDocument/2006/relationships/image"/><Relationship Id="rId19" Target="../media/image113.svg" Type="http://schemas.openxmlformats.org/officeDocument/2006/relationships/image"/><Relationship Id="rId2" Target="../media/image54.png" Type="http://schemas.openxmlformats.org/officeDocument/2006/relationships/image"/><Relationship Id="rId20" Target="../media/image56.png" Type="http://schemas.openxmlformats.org/officeDocument/2006/relationships/image"/><Relationship Id="rId21" Target="../media/image57.svg" Type="http://schemas.openxmlformats.org/officeDocument/2006/relationships/image"/><Relationship Id="rId22" Target="../media/image58.png" Type="http://schemas.openxmlformats.org/officeDocument/2006/relationships/image"/><Relationship Id="rId23" Target="../media/image59.svg" Type="http://schemas.openxmlformats.org/officeDocument/2006/relationships/image"/><Relationship Id="rId24" Target="../media/image60.png" Type="http://schemas.openxmlformats.org/officeDocument/2006/relationships/image"/><Relationship Id="rId25" Target="../media/image61.svg" Type="http://schemas.openxmlformats.org/officeDocument/2006/relationships/image"/><Relationship Id="rId26" Target="../media/image62.png" Type="http://schemas.openxmlformats.org/officeDocument/2006/relationships/image"/><Relationship Id="rId27" Target="../media/image63.svg" Type="http://schemas.openxmlformats.org/officeDocument/2006/relationships/image"/><Relationship Id="rId28" Target="../media/image64.png" Type="http://schemas.openxmlformats.org/officeDocument/2006/relationships/image"/><Relationship Id="rId29" Target="../media/image65.svg" Type="http://schemas.openxmlformats.org/officeDocument/2006/relationships/image"/><Relationship Id="rId3" Target="../media/image55.svg" Type="http://schemas.openxmlformats.org/officeDocument/2006/relationships/image"/><Relationship Id="rId30" Target="../media/image66.png" Type="http://schemas.openxmlformats.org/officeDocument/2006/relationships/image"/><Relationship Id="rId31" Target="../media/image67.svg" Type="http://schemas.openxmlformats.org/officeDocument/2006/relationships/image"/><Relationship Id="rId32" Target="../media/image68.png" Type="http://schemas.openxmlformats.org/officeDocument/2006/relationships/image"/><Relationship Id="rId33" Target="../media/image69.svg" Type="http://schemas.openxmlformats.org/officeDocument/2006/relationships/image"/><Relationship Id="rId34" Target="../media/image70.png" Type="http://schemas.openxmlformats.org/officeDocument/2006/relationships/image"/><Relationship Id="rId35" Target="../media/image71.svg" Type="http://schemas.openxmlformats.org/officeDocument/2006/relationships/image"/><Relationship Id="rId36" Target="../media/image72.png" Type="http://schemas.openxmlformats.org/officeDocument/2006/relationships/image"/><Relationship Id="rId37" Target="../media/image73.svg" Type="http://schemas.openxmlformats.org/officeDocument/2006/relationships/image"/><Relationship Id="rId38" Target="../media/image74.png" Type="http://schemas.openxmlformats.org/officeDocument/2006/relationships/image"/><Relationship Id="rId39" Target="../media/image75.svg" Type="http://schemas.openxmlformats.org/officeDocument/2006/relationships/image"/><Relationship Id="rId4" Target="../media/image106.png" Type="http://schemas.openxmlformats.org/officeDocument/2006/relationships/image"/><Relationship Id="rId40" Target="../media/image15.png" Type="http://schemas.openxmlformats.org/officeDocument/2006/relationships/image"/><Relationship Id="rId41" Target="../media/image16.svg" Type="http://schemas.openxmlformats.org/officeDocument/2006/relationships/image"/><Relationship Id="rId5" Target="../media/image107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4.png" Type="http://schemas.openxmlformats.org/officeDocument/2006/relationships/image"/><Relationship Id="rId11" Target="../media/image115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14" Target="../media/image106.png" Type="http://schemas.openxmlformats.org/officeDocument/2006/relationships/image"/><Relationship Id="rId15" Target="../media/image107.svg" Type="http://schemas.openxmlformats.org/officeDocument/2006/relationships/image"/><Relationship Id="rId16" Target="../media/image38.png" Type="http://schemas.openxmlformats.org/officeDocument/2006/relationships/image"/><Relationship Id="rId17" Target="../media/image39.svg" Type="http://schemas.openxmlformats.org/officeDocument/2006/relationships/image"/><Relationship Id="rId18" Target="../media/image100.png" Type="http://schemas.openxmlformats.org/officeDocument/2006/relationships/image"/><Relationship Id="rId19" Target="../media/image101.svg" Type="http://schemas.openxmlformats.org/officeDocument/2006/relationships/image"/><Relationship Id="rId2" Target="../media/image23.png" Type="http://schemas.openxmlformats.org/officeDocument/2006/relationships/image"/><Relationship Id="rId20" Target="../media/image41.png" Type="http://schemas.openxmlformats.org/officeDocument/2006/relationships/image"/><Relationship Id="rId21" Target="../media/image42.svg" Type="http://schemas.openxmlformats.org/officeDocument/2006/relationships/image"/><Relationship Id="rId22" Target="../media/image52.png" Type="http://schemas.openxmlformats.org/officeDocument/2006/relationships/image"/><Relationship Id="rId23" Target="../media/image53.svg" Type="http://schemas.openxmlformats.org/officeDocument/2006/relationships/image"/><Relationship Id="rId24" Target="../media/image45.png" Type="http://schemas.openxmlformats.org/officeDocument/2006/relationships/image"/><Relationship Id="rId25" Target="../media/image46.svg" Type="http://schemas.openxmlformats.org/officeDocument/2006/relationships/image"/><Relationship Id="rId26" Target="../media/image21.png" Type="http://schemas.openxmlformats.org/officeDocument/2006/relationships/image"/><Relationship Id="rId27" Target="../media/image22.svg" Type="http://schemas.openxmlformats.org/officeDocument/2006/relationships/image"/><Relationship Id="rId28" Target="../media/image33.png" Type="http://schemas.openxmlformats.org/officeDocument/2006/relationships/image"/><Relationship Id="rId29" Target="../media/image34.svg" Type="http://schemas.openxmlformats.org/officeDocument/2006/relationships/image"/><Relationship Id="rId3" Target="../media/image24.svg" Type="http://schemas.openxmlformats.org/officeDocument/2006/relationships/image"/><Relationship Id="rId30" Target="../media/image58.png" Type="http://schemas.openxmlformats.org/officeDocument/2006/relationships/image"/><Relationship Id="rId31" Target="../media/image59.svg" Type="http://schemas.openxmlformats.org/officeDocument/2006/relationships/image"/><Relationship Id="rId32" Target="../media/image112.png" Type="http://schemas.openxmlformats.org/officeDocument/2006/relationships/image"/><Relationship Id="rId33" Target="../media/image113.svg" Type="http://schemas.openxmlformats.org/officeDocument/2006/relationships/image"/><Relationship Id="rId34" Target="../media/image64.png" Type="http://schemas.openxmlformats.org/officeDocument/2006/relationships/image"/><Relationship Id="rId35" Target="../media/image65.svg" Type="http://schemas.openxmlformats.org/officeDocument/2006/relationships/image"/><Relationship Id="rId36" Target="../media/image66.png" Type="http://schemas.openxmlformats.org/officeDocument/2006/relationships/image"/><Relationship Id="rId37" Target="../media/image67.svg" Type="http://schemas.openxmlformats.org/officeDocument/2006/relationships/image"/><Relationship Id="rId38" Target="../media/image62.png" Type="http://schemas.openxmlformats.org/officeDocument/2006/relationships/image"/><Relationship Id="rId39" Target="../media/image63.svg" Type="http://schemas.openxmlformats.org/officeDocument/2006/relationships/image"/><Relationship Id="rId4" Target="../media/image9.png" Type="http://schemas.openxmlformats.org/officeDocument/2006/relationships/image"/><Relationship Id="rId40" Target="../media/image60.png" Type="http://schemas.openxmlformats.org/officeDocument/2006/relationships/image"/><Relationship Id="rId41" Target="../media/image61.svg" Type="http://schemas.openxmlformats.org/officeDocument/2006/relationships/image"/><Relationship Id="rId42" Target="../media/image70.png" Type="http://schemas.openxmlformats.org/officeDocument/2006/relationships/image"/><Relationship Id="rId43" Target="../media/image71.svg" Type="http://schemas.openxmlformats.org/officeDocument/2006/relationships/image"/><Relationship Id="rId44" Target="../media/image116.png" Type="http://schemas.openxmlformats.org/officeDocument/2006/relationships/image"/><Relationship Id="rId45" Target="../media/image117.svg" Type="http://schemas.openxmlformats.org/officeDocument/2006/relationships/image"/><Relationship Id="rId46" Target="../media/image78.png" Type="http://schemas.openxmlformats.org/officeDocument/2006/relationships/image"/><Relationship Id="rId47" Target="../media/image79.svg" Type="http://schemas.openxmlformats.org/officeDocument/2006/relationships/image"/><Relationship Id="rId48" Target="../media/image43.png" Type="http://schemas.openxmlformats.org/officeDocument/2006/relationships/image"/><Relationship Id="rId49" Target="../media/image44.svg" Type="http://schemas.openxmlformats.org/officeDocument/2006/relationships/image"/><Relationship Id="rId5" Target="../media/image10.svg" Type="http://schemas.openxmlformats.org/officeDocument/2006/relationships/image"/><Relationship Id="rId50" Target="../media/image13.png" Type="http://schemas.openxmlformats.org/officeDocument/2006/relationships/image"/><Relationship Id="rId51" Target="../media/image14.svg" Type="http://schemas.openxmlformats.org/officeDocument/2006/relationships/image"/><Relationship Id="rId52" Target="../media/image118.png" Type="http://schemas.openxmlformats.org/officeDocument/2006/relationships/image"/><Relationship Id="rId53" Target="../media/image119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6.png" Type="http://schemas.openxmlformats.org/officeDocument/2006/relationships/image"/><Relationship Id="rId11" Target="../media/image127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128.png" Type="http://schemas.openxmlformats.org/officeDocument/2006/relationships/image"/><Relationship Id="rId17" Target="../media/image129.svg" Type="http://schemas.openxmlformats.org/officeDocument/2006/relationships/image"/><Relationship Id="rId18" Target="../media/image1.png" Type="http://schemas.openxmlformats.org/officeDocument/2006/relationships/image"/><Relationship Id="rId19" Target="../media/image2.svg" Type="http://schemas.openxmlformats.org/officeDocument/2006/relationships/image"/><Relationship Id="rId2" Target="../media/image120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130.png" Type="http://schemas.openxmlformats.org/officeDocument/2006/relationships/image"/><Relationship Id="rId23" Target="../media/image131.svg" Type="http://schemas.openxmlformats.org/officeDocument/2006/relationships/image"/><Relationship Id="rId24" Target="../media/image25.png" Type="http://schemas.openxmlformats.org/officeDocument/2006/relationships/image"/><Relationship Id="rId25" Target="../media/image26.svg" Type="http://schemas.openxmlformats.org/officeDocument/2006/relationships/image"/><Relationship Id="rId26" Target="../media/image29.png" Type="http://schemas.openxmlformats.org/officeDocument/2006/relationships/image"/><Relationship Id="rId27" Target="../media/image30.svg" Type="http://schemas.openxmlformats.org/officeDocument/2006/relationships/image"/><Relationship Id="rId28" Target="../media/image132.png" Type="http://schemas.openxmlformats.org/officeDocument/2006/relationships/image"/><Relationship Id="rId29" Target="../media/image133.svg" Type="http://schemas.openxmlformats.org/officeDocument/2006/relationships/image"/><Relationship Id="rId3" Target="../media/image121.svg" Type="http://schemas.openxmlformats.org/officeDocument/2006/relationships/image"/><Relationship Id="rId30" Target="../media/image102.png" Type="http://schemas.openxmlformats.org/officeDocument/2006/relationships/image"/><Relationship Id="rId31" Target="../media/image103.svg" Type="http://schemas.openxmlformats.org/officeDocument/2006/relationships/image"/><Relationship Id="rId32" Target="../media/image134.png" Type="http://schemas.openxmlformats.org/officeDocument/2006/relationships/image"/><Relationship Id="rId33" Target="../media/image135.svg" Type="http://schemas.openxmlformats.org/officeDocument/2006/relationships/image"/><Relationship Id="rId34" Target="../media/image136.png" Type="http://schemas.openxmlformats.org/officeDocument/2006/relationships/image"/><Relationship Id="rId35" Target="../media/image137.svg" Type="http://schemas.openxmlformats.org/officeDocument/2006/relationships/image"/><Relationship Id="rId36" Target="../media/image138.png" Type="http://schemas.openxmlformats.org/officeDocument/2006/relationships/image"/><Relationship Id="rId37" Target="../media/image139.svg" Type="http://schemas.openxmlformats.org/officeDocument/2006/relationships/image"/><Relationship Id="rId38" Target="../media/image140.png" Type="http://schemas.openxmlformats.org/officeDocument/2006/relationships/image"/><Relationship Id="rId39" Target="../media/image141.svg" Type="http://schemas.openxmlformats.org/officeDocument/2006/relationships/image"/><Relationship Id="rId4" Target="../media/image122.png" Type="http://schemas.openxmlformats.org/officeDocument/2006/relationships/image"/><Relationship Id="rId40" Target="../media/image142.png" Type="http://schemas.openxmlformats.org/officeDocument/2006/relationships/image"/><Relationship Id="rId41" Target="../media/image143.svg" Type="http://schemas.openxmlformats.org/officeDocument/2006/relationships/image"/><Relationship Id="rId42" Target="../media/image144.png" Type="http://schemas.openxmlformats.org/officeDocument/2006/relationships/image"/><Relationship Id="rId43" Target="../media/image145.svg" Type="http://schemas.openxmlformats.org/officeDocument/2006/relationships/image"/><Relationship Id="rId5" Target="../media/image123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24.png" Type="http://schemas.openxmlformats.org/officeDocument/2006/relationships/image"/><Relationship Id="rId9" Target="../media/image125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7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xelated trash can icon"/>
          <p:cNvSpPr/>
          <p:nvPr/>
        </p:nvSpPr>
        <p:spPr>
          <a:xfrm flipH="false" flipV="false" rot="0">
            <a:off x="633368" y="3626446"/>
            <a:ext cx="782400" cy="1057297"/>
          </a:xfrm>
          <a:custGeom>
            <a:avLst/>
            <a:gdLst/>
            <a:ahLst/>
            <a:cxnLst/>
            <a:rect r="r" b="b" t="t" l="l"/>
            <a:pathLst>
              <a:path h="1057297" w="782400">
                <a:moveTo>
                  <a:pt x="0" y="0"/>
                </a:moveTo>
                <a:lnTo>
                  <a:pt x="782400" y="0"/>
                </a:lnTo>
                <a:lnTo>
                  <a:pt x="782400" y="1057296"/>
                </a:lnTo>
                <a:lnTo>
                  <a:pt x="0" y="1057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a yellow folder icon"/>
          <p:cNvSpPr/>
          <p:nvPr/>
        </p:nvSpPr>
        <p:spPr>
          <a:xfrm flipH="false" flipV="false" rot="0">
            <a:off x="511249" y="2300667"/>
            <a:ext cx="1026639" cy="785846"/>
          </a:xfrm>
          <a:custGeom>
            <a:avLst/>
            <a:gdLst/>
            <a:ahLst/>
            <a:cxnLst/>
            <a:rect r="r" b="b" t="t" l="l"/>
            <a:pathLst>
              <a:path h="785846" w="1026639">
                <a:moveTo>
                  <a:pt x="0" y="0"/>
                </a:moveTo>
                <a:lnTo>
                  <a:pt x="1026639" y="0"/>
                </a:lnTo>
                <a:lnTo>
                  <a:pt x="1026639" y="785845"/>
                </a:lnTo>
                <a:lnTo>
                  <a:pt x="0" y="7858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an old computer with the word hi on it"/>
          <p:cNvSpPr/>
          <p:nvPr/>
        </p:nvSpPr>
        <p:spPr>
          <a:xfrm flipH="false" flipV="false" rot="0">
            <a:off x="543623" y="538933"/>
            <a:ext cx="961890" cy="1221800"/>
          </a:xfrm>
          <a:custGeom>
            <a:avLst/>
            <a:gdLst/>
            <a:ahLst/>
            <a:cxnLst/>
            <a:rect r="r" b="b" t="t" l="l"/>
            <a:pathLst>
              <a:path h="1221800" w="961890">
                <a:moveTo>
                  <a:pt x="0" y="0"/>
                </a:moveTo>
                <a:lnTo>
                  <a:pt x="961890" y="0"/>
                </a:lnTo>
                <a:lnTo>
                  <a:pt x="961890" y="1221801"/>
                </a:lnTo>
                <a:lnTo>
                  <a:pt x="0" y="12218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 descr="a pixel image of a disk with a music note on it"/>
          <p:cNvSpPr/>
          <p:nvPr/>
        </p:nvSpPr>
        <p:spPr>
          <a:xfrm flipH="false" flipV="false" rot="0">
            <a:off x="559442" y="5223676"/>
            <a:ext cx="930253" cy="980151"/>
          </a:xfrm>
          <a:custGeom>
            <a:avLst/>
            <a:gdLst/>
            <a:ahLst/>
            <a:cxnLst/>
            <a:rect r="r" b="b" t="t" l="l"/>
            <a:pathLst>
              <a:path h="980151" w="930253">
                <a:moveTo>
                  <a:pt x="0" y="0"/>
                </a:moveTo>
                <a:lnTo>
                  <a:pt x="930253" y="0"/>
                </a:lnTo>
                <a:lnTo>
                  <a:pt x="930253" y="980151"/>
                </a:lnTo>
                <a:lnTo>
                  <a:pt x="0" y="9801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an image of a floppy disk"/>
          <p:cNvSpPr/>
          <p:nvPr/>
        </p:nvSpPr>
        <p:spPr>
          <a:xfrm flipH="false" flipV="false" rot="0">
            <a:off x="16802844" y="538933"/>
            <a:ext cx="779562" cy="779562"/>
          </a:xfrm>
          <a:custGeom>
            <a:avLst/>
            <a:gdLst/>
            <a:ahLst/>
            <a:cxnLst/>
            <a:rect r="r" b="b" t="t" l="l"/>
            <a:pathLst>
              <a:path h="779562" w="779562">
                <a:moveTo>
                  <a:pt x="0" y="0"/>
                </a:moveTo>
                <a:lnTo>
                  <a:pt x="779562" y="0"/>
                </a:lnTo>
                <a:lnTo>
                  <a:pt x="779562" y="779562"/>
                </a:lnTo>
                <a:lnTo>
                  <a:pt x="0" y="7795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a yellow triangle with an exclamation mark on it"/>
          <p:cNvSpPr/>
          <p:nvPr/>
        </p:nvSpPr>
        <p:spPr>
          <a:xfrm flipH="false" flipV="false" rot="0">
            <a:off x="16788145" y="1764975"/>
            <a:ext cx="779562" cy="779562"/>
          </a:xfrm>
          <a:custGeom>
            <a:avLst/>
            <a:gdLst/>
            <a:ahLst/>
            <a:cxnLst/>
            <a:rect r="r" b="b" t="t" l="l"/>
            <a:pathLst>
              <a:path h="779562" w="779562">
                <a:moveTo>
                  <a:pt x="0" y="0"/>
                </a:moveTo>
                <a:lnTo>
                  <a:pt x="779562" y="0"/>
                </a:lnTo>
                <a:lnTo>
                  <a:pt x="779562" y="779562"/>
                </a:lnTo>
                <a:lnTo>
                  <a:pt x="0" y="7795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60564" y="2162664"/>
            <a:ext cx="11366873" cy="363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99"/>
              </a:lnSpc>
            </a:pPr>
            <a:r>
              <a:rPr lang="en-US" sz="12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MONOCLICKER PROPOSAL</a:t>
            </a:r>
          </a:p>
        </p:txBody>
      </p:sp>
      <p:sp>
        <p:nvSpPr>
          <p:cNvPr name="Freeform 9" id="9" descr="cursor"/>
          <p:cNvSpPr/>
          <p:nvPr/>
        </p:nvSpPr>
        <p:spPr>
          <a:xfrm flipH="false" flipV="false" rot="0">
            <a:off x="13004220" y="5206486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6" y="0"/>
                </a:lnTo>
                <a:lnTo>
                  <a:pt x="484736" y="825401"/>
                </a:lnTo>
                <a:lnTo>
                  <a:pt x="0" y="8254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702878" y="6285419"/>
            <a:ext cx="4882245" cy="909904"/>
            <a:chOff x="0" y="0"/>
            <a:chExt cx="6509659" cy="121320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509659" cy="1213205"/>
              <a:chOff x="0" y="0"/>
              <a:chExt cx="2180608" cy="406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18060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180608">
                    <a:moveTo>
                      <a:pt x="1977408" y="0"/>
                    </a:moveTo>
                    <a:cubicBezTo>
                      <a:pt x="2089632" y="0"/>
                      <a:pt x="2180608" y="90976"/>
                      <a:pt x="2180608" y="203200"/>
                    </a:cubicBezTo>
                    <a:cubicBezTo>
                      <a:pt x="2180608" y="315424"/>
                      <a:pt x="2089632" y="406400"/>
                      <a:pt x="1977408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180608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05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508337" y="368514"/>
              <a:ext cx="4396125" cy="4666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Incremental game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605198" y="271737"/>
              <a:ext cx="689798" cy="669732"/>
            </a:xfrm>
            <a:custGeom>
              <a:avLst/>
              <a:gdLst/>
              <a:ahLst/>
              <a:cxnLst/>
              <a:rect r="r" b="b" t="t" l="l"/>
              <a:pathLst>
                <a:path h="669732" w="689798">
                  <a:moveTo>
                    <a:pt x="0" y="0"/>
                  </a:moveTo>
                  <a:lnTo>
                    <a:pt x="689798" y="0"/>
                  </a:lnTo>
                  <a:lnTo>
                    <a:pt x="689798" y="669731"/>
                  </a:lnTo>
                  <a:lnTo>
                    <a:pt x="0" y="669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0" y="9052698"/>
            <a:ext cx="18288000" cy="1234302"/>
            <a:chOff x="0" y="0"/>
            <a:chExt cx="24384000" cy="164573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24384000" cy="1645736"/>
              <a:chOff x="0" y="0"/>
              <a:chExt cx="4816593" cy="32508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816592" cy="325084"/>
              </a:xfrm>
              <a:custGeom>
                <a:avLst/>
                <a:gdLst/>
                <a:ahLst/>
                <a:cxnLst/>
                <a:rect r="r" b="b" t="t" l="l"/>
                <a:pathLst>
                  <a:path h="325084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325084"/>
                    </a:lnTo>
                    <a:lnTo>
                      <a:pt x="0" y="325084"/>
                    </a:lnTo>
                    <a:close/>
                  </a:path>
                </a:pathLst>
              </a:custGeom>
              <a:solidFill>
                <a:srgbClr val="CCCCCC"/>
              </a:solidFill>
              <a:ln w="95250" cap="sq">
                <a:solidFill>
                  <a:srgbClr val="CCCCCC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4816593" cy="363184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2100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316552" y="286517"/>
              <a:ext cx="1072702" cy="1072702"/>
            </a:xfrm>
            <a:custGeom>
              <a:avLst/>
              <a:gdLst/>
              <a:ahLst/>
              <a:cxnLst/>
              <a:rect r="r" b="b" t="t" l="l"/>
              <a:pathLst>
                <a:path h="1072702" w="1072702">
                  <a:moveTo>
                    <a:pt x="0" y="0"/>
                  </a:moveTo>
                  <a:lnTo>
                    <a:pt x="1072702" y="0"/>
                  </a:lnTo>
                  <a:lnTo>
                    <a:pt x="1072702" y="1072702"/>
                  </a:lnTo>
                  <a:lnTo>
                    <a:pt x="0" y="1072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74997" y="436533"/>
              <a:ext cx="755811" cy="772669"/>
            </a:xfrm>
            <a:custGeom>
              <a:avLst/>
              <a:gdLst/>
              <a:ahLst/>
              <a:cxnLst/>
              <a:rect r="r" b="b" t="t" l="l"/>
              <a:pathLst>
                <a:path h="772669" w="755811">
                  <a:moveTo>
                    <a:pt x="0" y="0"/>
                  </a:moveTo>
                  <a:lnTo>
                    <a:pt x="755812" y="0"/>
                  </a:lnTo>
                  <a:lnTo>
                    <a:pt x="755812" y="772670"/>
                  </a:lnTo>
                  <a:lnTo>
                    <a:pt x="0" y="772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897443" y="318086"/>
              <a:ext cx="1076085" cy="1009564"/>
            </a:xfrm>
            <a:custGeom>
              <a:avLst/>
              <a:gdLst/>
              <a:ahLst/>
              <a:cxnLst/>
              <a:rect r="r" b="b" t="t" l="l"/>
              <a:pathLst>
                <a:path h="1009564" w="1076085">
                  <a:moveTo>
                    <a:pt x="0" y="0"/>
                  </a:moveTo>
                  <a:lnTo>
                    <a:pt x="1076085" y="0"/>
                  </a:lnTo>
                  <a:lnTo>
                    <a:pt x="1076085" y="1009564"/>
                  </a:lnTo>
                  <a:lnTo>
                    <a:pt x="0" y="1009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194335" y="366127"/>
              <a:ext cx="883585" cy="913481"/>
            </a:xfrm>
            <a:custGeom>
              <a:avLst/>
              <a:gdLst/>
              <a:ahLst/>
              <a:cxnLst/>
              <a:rect r="r" b="b" t="t" l="l"/>
              <a:pathLst>
                <a:path h="913481" w="883585">
                  <a:moveTo>
                    <a:pt x="0" y="0"/>
                  </a:moveTo>
                  <a:lnTo>
                    <a:pt x="883585" y="0"/>
                  </a:lnTo>
                  <a:lnTo>
                    <a:pt x="883585" y="913481"/>
                  </a:lnTo>
                  <a:lnTo>
                    <a:pt x="0" y="913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5416372" y="377368"/>
              <a:ext cx="890999" cy="890999"/>
            </a:xfrm>
            <a:custGeom>
              <a:avLst/>
              <a:gdLst/>
              <a:ahLst/>
              <a:cxnLst/>
              <a:rect r="r" b="b" t="t" l="l"/>
              <a:pathLst>
                <a:path h="890999" w="890999">
                  <a:moveTo>
                    <a:pt x="0" y="0"/>
                  </a:moveTo>
                  <a:lnTo>
                    <a:pt x="890999" y="0"/>
                  </a:lnTo>
                  <a:lnTo>
                    <a:pt x="890999" y="890999"/>
                  </a:lnTo>
                  <a:lnTo>
                    <a:pt x="0" y="890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4298727" y="342107"/>
              <a:ext cx="896838" cy="961522"/>
            </a:xfrm>
            <a:custGeom>
              <a:avLst/>
              <a:gdLst/>
              <a:ahLst/>
              <a:cxnLst/>
              <a:rect r="r" b="b" t="t" l="l"/>
              <a:pathLst>
                <a:path h="961522" w="896838">
                  <a:moveTo>
                    <a:pt x="0" y="0"/>
                  </a:moveTo>
                  <a:lnTo>
                    <a:pt x="896838" y="0"/>
                  </a:lnTo>
                  <a:lnTo>
                    <a:pt x="896838" y="961522"/>
                  </a:lnTo>
                  <a:lnTo>
                    <a:pt x="0" y="961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502778" y="318086"/>
              <a:ext cx="1207087" cy="1009564"/>
            </a:xfrm>
            <a:custGeom>
              <a:avLst/>
              <a:gdLst/>
              <a:ahLst/>
              <a:cxnLst/>
              <a:rect r="r" b="b" t="t" l="l"/>
              <a:pathLst>
                <a:path h="1009564" w="1207087">
                  <a:moveTo>
                    <a:pt x="0" y="0"/>
                  </a:moveTo>
                  <a:lnTo>
                    <a:pt x="1207088" y="0"/>
                  </a:lnTo>
                  <a:lnTo>
                    <a:pt x="1207088" y="1009564"/>
                  </a:lnTo>
                  <a:lnTo>
                    <a:pt x="0" y="1009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2163171" y="429379"/>
              <a:ext cx="1562297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11:11PM</a:t>
              </a:r>
            </a:p>
          </p:txBody>
        </p:sp>
      </p:grpSp>
      <p:sp>
        <p:nvSpPr>
          <p:cNvPr name="Freeform 28" id="28" descr="a pixel x mark"/>
          <p:cNvSpPr/>
          <p:nvPr/>
        </p:nvSpPr>
        <p:spPr>
          <a:xfrm flipH="false" flipV="false" rot="0">
            <a:off x="16773447" y="2991016"/>
            <a:ext cx="808959" cy="782484"/>
          </a:xfrm>
          <a:custGeom>
            <a:avLst/>
            <a:gdLst/>
            <a:ahLst/>
            <a:cxnLst/>
            <a:rect r="r" b="b" t="t" l="l"/>
            <a:pathLst>
              <a:path h="782484" w="808959">
                <a:moveTo>
                  <a:pt x="0" y="0"/>
                </a:moveTo>
                <a:lnTo>
                  <a:pt x="808959" y="0"/>
                </a:lnTo>
                <a:lnTo>
                  <a:pt x="808959" y="782484"/>
                </a:lnTo>
                <a:lnTo>
                  <a:pt x="0" y="78248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052698"/>
            <a:ext cx="18288000" cy="1234302"/>
            <a:chOff x="0" y="0"/>
            <a:chExt cx="4816593" cy="325084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816592" cy="325084"/>
            </a:xfrm>
            <a:custGeom>
              <a:avLst/>
              <a:gdLst/>
              <a:ahLst/>
              <a:cxnLst/>
              <a:rect r="r" b="b" t="t" l="l"/>
              <a:pathLst>
                <a:path h="32508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5084"/>
                  </a:lnTo>
                  <a:lnTo>
                    <a:pt x="0" y="325084"/>
                  </a:lnTo>
                  <a:close/>
                </a:path>
              </a:pathLst>
            </a:custGeom>
            <a:solidFill>
              <a:srgbClr val="CCCCCC"/>
            </a:solidFill>
            <a:ln w="95250" cap="sq">
              <a:solidFill>
                <a:srgbClr val="CCCCC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631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7414" y="9267586"/>
            <a:ext cx="804526" cy="804526"/>
            <a:chOff x="0" y="0"/>
            <a:chExt cx="1072702" cy="10727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2702" cy="1072702"/>
            </a:xfrm>
            <a:custGeom>
              <a:avLst/>
              <a:gdLst/>
              <a:ahLst/>
              <a:cxnLst/>
              <a:rect r="r" b="b" t="t" l="l"/>
              <a:pathLst>
                <a:path h="1072702" w="1072702">
                  <a:moveTo>
                    <a:pt x="0" y="0"/>
                  </a:moveTo>
                  <a:lnTo>
                    <a:pt x="1072702" y="0"/>
                  </a:lnTo>
                  <a:lnTo>
                    <a:pt x="1072702" y="1072702"/>
                  </a:lnTo>
                  <a:lnTo>
                    <a:pt x="0" y="1072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58445" y="150016"/>
              <a:ext cx="755811" cy="772669"/>
            </a:xfrm>
            <a:custGeom>
              <a:avLst/>
              <a:gdLst/>
              <a:ahLst/>
              <a:cxnLst/>
              <a:rect r="r" b="b" t="t" l="l"/>
              <a:pathLst>
                <a:path h="772669" w="755811">
                  <a:moveTo>
                    <a:pt x="0" y="0"/>
                  </a:moveTo>
                  <a:lnTo>
                    <a:pt x="755811" y="0"/>
                  </a:lnTo>
                  <a:lnTo>
                    <a:pt x="755811" y="772670"/>
                  </a:lnTo>
                  <a:lnTo>
                    <a:pt x="0" y="772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 descr="a pixelated image of a printer"/>
          <p:cNvSpPr/>
          <p:nvPr/>
        </p:nvSpPr>
        <p:spPr>
          <a:xfrm flipH="false" flipV="false" rot="0">
            <a:off x="1423082" y="9291263"/>
            <a:ext cx="807064" cy="757173"/>
          </a:xfrm>
          <a:custGeom>
            <a:avLst/>
            <a:gdLst/>
            <a:ahLst/>
            <a:cxnLst/>
            <a:rect r="r" b="b" t="t" l="l"/>
            <a:pathLst>
              <a:path h="757173" w="807064">
                <a:moveTo>
                  <a:pt x="0" y="0"/>
                </a:moveTo>
                <a:lnTo>
                  <a:pt x="807064" y="0"/>
                </a:lnTo>
                <a:lnTo>
                  <a:pt x="807064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 descr="a pixelated notepad"/>
          <p:cNvSpPr/>
          <p:nvPr/>
        </p:nvSpPr>
        <p:spPr>
          <a:xfrm flipH="false" flipV="false" rot="0">
            <a:off x="2395752" y="9327294"/>
            <a:ext cx="662689" cy="685111"/>
          </a:xfrm>
          <a:custGeom>
            <a:avLst/>
            <a:gdLst/>
            <a:ahLst/>
            <a:cxnLst/>
            <a:rect r="r" b="b" t="t" l="l"/>
            <a:pathLst>
              <a:path h="685111" w="662689">
                <a:moveTo>
                  <a:pt x="0" y="0"/>
                </a:moveTo>
                <a:lnTo>
                  <a:pt x="662688" y="0"/>
                </a:lnTo>
                <a:lnTo>
                  <a:pt x="662688" y="685110"/>
                </a:lnTo>
                <a:lnTo>
                  <a:pt x="0" y="685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 descr="an image of the earth in a pixel art style"/>
          <p:cNvSpPr/>
          <p:nvPr/>
        </p:nvSpPr>
        <p:spPr>
          <a:xfrm flipH="false" flipV="false" rot="0">
            <a:off x="4062279" y="9335724"/>
            <a:ext cx="668249" cy="668249"/>
          </a:xfrm>
          <a:custGeom>
            <a:avLst/>
            <a:gdLst/>
            <a:ahLst/>
            <a:cxnLst/>
            <a:rect r="r" b="b" t="t" l="l"/>
            <a:pathLst>
              <a:path h="668249" w="668249">
                <a:moveTo>
                  <a:pt x="0" y="0"/>
                </a:moveTo>
                <a:lnTo>
                  <a:pt x="668250" y="0"/>
                </a:lnTo>
                <a:lnTo>
                  <a:pt x="668250" y="668250"/>
                </a:lnTo>
                <a:lnTo>
                  <a:pt x="0" y="668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 descr="a pixelated image of a dice"/>
          <p:cNvSpPr/>
          <p:nvPr/>
        </p:nvSpPr>
        <p:spPr>
          <a:xfrm flipH="false" flipV="false" rot="0">
            <a:off x="3224046" y="9309278"/>
            <a:ext cx="672629" cy="721142"/>
          </a:xfrm>
          <a:custGeom>
            <a:avLst/>
            <a:gdLst/>
            <a:ahLst/>
            <a:cxnLst/>
            <a:rect r="r" b="b" t="t" l="l"/>
            <a:pathLst>
              <a:path h="721142" w="672629">
                <a:moveTo>
                  <a:pt x="0" y="0"/>
                </a:moveTo>
                <a:lnTo>
                  <a:pt x="672628" y="0"/>
                </a:lnTo>
                <a:lnTo>
                  <a:pt x="672628" y="721142"/>
                </a:lnTo>
                <a:lnTo>
                  <a:pt x="0" y="721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 descr="pixelated newspaper"/>
          <p:cNvSpPr/>
          <p:nvPr/>
        </p:nvSpPr>
        <p:spPr>
          <a:xfrm flipH="false" flipV="false" rot="0">
            <a:off x="4877084" y="9291263"/>
            <a:ext cx="905315" cy="757173"/>
          </a:xfrm>
          <a:custGeom>
            <a:avLst/>
            <a:gdLst/>
            <a:ahLst/>
            <a:cxnLst/>
            <a:rect r="r" b="b" t="t" l="l"/>
            <a:pathLst>
              <a:path h="757173" w="905315">
                <a:moveTo>
                  <a:pt x="0" y="0"/>
                </a:moveTo>
                <a:lnTo>
                  <a:pt x="905315" y="0"/>
                </a:lnTo>
                <a:lnTo>
                  <a:pt x="905315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5109868" y="9297158"/>
            <a:ext cx="2801811" cy="712035"/>
            <a:chOff x="0" y="0"/>
            <a:chExt cx="737925" cy="187532"/>
          </a:xfrm>
        </p:grpSpPr>
        <p:sp>
          <p:nvSpPr>
            <p:cNvPr name="Freeform 14" id="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737925" cy="187532"/>
            </a:xfrm>
            <a:custGeom>
              <a:avLst/>
              <a:gdLst/>
              <a:ahLst/>
              <a:cxnLst/>
              <a:rect r="r" b="b" t="t" l="l"/>
              <a:pathLst>
                <a:path h="187532" w="737925">
                  <a:moveTo>
                    <a:pt x="0" y="0"/>
                  </a:moveTo>
                  <a:lnTo>
                    <a:pt x="737925" y="0"/>
                  </a:lnTo>
                  <a:lnTo>
                    <a:pt x="737925" y="187532"/>
                  </a:lnTo>
                  <a:lnTo>
                    <a:pt x="0" y="187532"/>
                  </a:lnTo>
                  <a:close/>
                </a:path>
              </a:pathLst>
            </a:custGeom>
            <a:solidFill>
              <a:srgbClr val="CCCC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37925" cy="254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 u="none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Back to Agenda Page</a:t>
              </a:r>
            </a:p>
          </p:txBody>
        </p:sp>
      </p:grpSp>
      <p:sp>
        <p:nvSpPr>
          <p:cNvPr name="Freeform 16" id="16" descr="pixel old tech window"/>
          <p:cNvSpPr/>
          <p:nvPr/>
        </p:nvSpPr>
        <p:spPr>
          <a:xfrm flipH="false" flipV="false" rot="0">
            <a:off x="4396404" y="2930022"/>
            <a:ext cx="8303601" cy="4151801"/>
          </a:xfrm>
          <a:custGeom>
            <a:avLst/>
            <a:gdLst/>
            <a:ahLst/>
            <a:cxnLst/>
            <a:rect r="r" b="b" t="t" l="l"/>
            <a:pathLst>
              <a:path h="4151801" w="8303601">
                <a:moveTo>
                  <a:pt x="0" y="0"/>
                </a:moveTo>
                <a:lnTo>
                  <a:pt x="8303601" y="0"/>
                </a:lnTo>
                <a:lnTo>
                  <a:pt x="8303601" y="4151801"/>
                </a:lnTo>
                <a:lnTo>
                  <a:pt x="0" y="415180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-115980" y="5356184"/>
            <a:ext cx="4692252" cy="4692252"/>
            <a:chOff x="0" y="0"/>
            <a:chExt cx="6256336" cy="6256336"/>
          </a:xfrm>
        </p:grpSpPr>
        <p:sp>
          <p:nvSpPr>
            <p:cNvPr name="Freeform 18" id="18" descr="pixel old tech window"/>
            <p:cNvSpPr/>
            <p:nvPr/>
          </p:nvSpPr>
          <p:spPr>
            <a:xfrm flipH="false" flipV="false" rot="0">
              <a:off x="0" y="0"/>
              <a:ext cx="6256336" cy="6256336"/>
            </a:xfrm>
            <a:custGeom>
              <a:avLst/>
              <a:gdLst/>
              <a:ahLst/>
              <a:cxnLst/>
              <a:rect r="r" b="b" t="t" l="l"/>
              <a:pathLst>
                <a:path h="6256336" w="6256336">
                  <a:moveTo>
                    <a:pt x="0" y="0"/>
                  </a:moveTo>
                  <a:lnTo>
                    <a:pt x="6256336" y="0"/>
                  </a:lnTo>
                  <a:lnTo>
                    <a:pt x="6256336" y="6256336"/>
                  </a:lnTo>
                  <a:lnTo>
                    <a:pt x="0" y="625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20277" y="2025514"/>
              <a:ext cx="5398128" cy="3539225"/>
            </a:xfrm>
            <a:custGeom>
              <a:avLst/>
              <a:gdLst/>
              <a:ahLst/>
              <a:cxnLst/>
              <a:rect r="r" b="b" t="t" l="l"/>
              <a:pathLst>
                <a:path h="3539225" w="5398128">
                  <a:moveTo>
                    <a:pt x="0" y="0"/>
                  </a:moveTo>
                  <a:lnTo>
                    <a:pt x="5398128" y="0"/>
                  </a:lnTo>
                  <a:lnTo>
                    <a:pt x="5398128" y="3539225"/>
                  </a:lnTo>
                  <a:lnTo>
                    <a:pt x="0" y="3539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-1766" t="-1645" r="0" b="-1645"/>
              </a:stretch>
            </a:blipFill>
          </p:spPr>
        </p:sp>
      </p:grpSp>
      <p:sp>
        <p:nvSpPr>
          <p:cNvPr name="Freeform 20" id="20" descr="pixel old tech window"/>
          <p:cNvSpPr/>
          <p:nvPr/>
        </p:nvSpPr>
        <p:spPr>
          <a:xfrm flipH="false" flipV="false" rot="0">
            <a:off x="12257304" y="4070312"/>
            <a:ext cx="5938881" cy="5938881"/>
          </a:xfrm>
          <a:custGeom>
            <a:avLst/>
            <a:gdLst/>
            <a:ahLst/>
            <a:cxnLst/>
            <a:rect r="r" b="b" t="t" l="l"/>
            <a:pathLst>
              <a:path h="5938881" w="5938881">
                <a:moveTo>
                  <a:pt x="0" y="0"/>
                </a:moveTo>
                <a:lnTo>
                  <a:pt x="5938881" y="0"/>
                </a:lnTo>
                <a:lnTo>
                  <a:pt x="5938881" y="5938881"/>
                </a:lnTo>
                <a:lnTo>
                  <a:pt x="0" y="593888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794181" y="5045182"/>
            <a:ext cx="4607994" cy="4607994"/>
          </a:xfrm>
          <a:custGeom>
            <a:avLst/>
            <a:gdLst/>
            <a:ahLst/>
            <a:cxnLst/>
            <a:rect r="r" b="b" t="t" l="l"/>
            <a:pathLst>
              <a:path h="4607994" w="4607994">
                <a:moveTo>
                  <a:pt x="0" y="0"/>
                </a:moveTo>
                <a:lnTo>
                  <a:pt x="4607994" y="0"/>
                </a:lnTo>
                <a:lnTo>
                  <a:pt x="4607994" y="4607993"/>
                </a:lnTo>
                <a:lnTo>
                  <a:pt x="0" y="4607993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2" id="22" descr="pixel old tech no button"/>
          <p:cNvSpPr/>
          <p:nvPr/>
        </p:nvSpPr>
        <p:spPr>
          <a:xfrm flipH="false" flipV="false" rot="0">
            <a:off x="9563093" y="7309309"/>
            <a:ext cx="1976608" cy="546263"/>
          </a:xfrm>
          <a:custGeom>
            <a:avLst/>
            <a:gdLst/>
            <a:ahLst/>
            <a:cxnLst/>
            <a:rect r="r" b="b" t="t" l="l"/>
            <a:pathLst>
              <a:path h="546263" w="1976608">
                <a:moveTo>
                  <a:pt x="0" y="0"/>
                </a:moveTo>
                <a:lnTo>
                  <a:pt x="1976608" y="0"/>
                </a:lnTo>
                <a:lnTo>
                  <a:pt x="1976608" y="546263"/>
                </a:lnTo>
                <a:lnTo>
                  <a:pt x="0" y="54626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 descr="pixel old tech finger pointer"/>
          <p:cNvSpPr/>
          <p:nvPr/>
        </p:nvSpPr>
        <p:spPr>
          <a:xfrm flipH="false" flipV="false" rot="0">
            <a:off x="7134949" y="9793032"/>
            <a:ext cx="423187" cy="558160"/>
          </a:xfrm>
          <a:custGeom>
            <a:avLst/>
            <a:gdLst/>
            <a:ahLst/>
            <a:cxnLst/>
            <a:rect r="r" b="b" t="t" l="l"/>
            <a:pathLst>
              <a:path h="558160" w="423187">
                <a:moveTo>
                  <a:pt x="0" y="0"/>
                </a:moveTo>
                <a:lnTo>
                  <a:pt x="423187" y="0"/>
                </a:lnTo>
                <a:lnTo>
                  <a:pt x="423187" y="558160"/>
                </a:lnTo>
                <a:lnTo>
                  <a:pt x="0" y="55816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058440" y="-9525"/>
            <a:ext cx="10741602" cy="1073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PROBLEM STATEMENT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45776" y="3921"/>
            <a:ext cx="2569790" cy="5139579"/>
            <a:chOff x="0" y="0"/>
            <a:chExt cx="3426386" cy="6852772"/>
          </a:xfrm>
        </p:grpSpPr>
        <p:sp>
          <p:nvSpPr>
            <p:cNvPr name="Freeform 26" id="26" descr="pixel old tech window"/>
            <p:cNvSpPr/>
            <p:nvPr/>
          </p:nvSpPr>
          <p:spPr>
            <a:xfrm flipH="false" flipV="false" rot="0">
              <a:off x="0" y="0"/>
              <a:ext cx="3426386" cy="6852772"/>
            </a:xfrm>
            <a:custGeom>
              <a:avLst/>
              <a:gdLst/>
              <a:ahLst/>
              <a:cxnLst/>
              <a:rect r="r" b="b" t="t" l="l"/>
              <a:pathLst>
                <a:path h="6852772" w="3426386">
                  <a:moveTo>
                    <a:pt x="0" y="0"/>
                  </a:moveTo>
                  <a:lnTo>
                    <a:pt x="3426386" y="0"/>
                  </a:lnTo>
                  <a:lnTo>
                    <a:pt x="3426386" y="6852772"/>
                  </a:lnTo>
                  <a:lnTo>
                    <a:pt x="0" y="68527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31686" y="1121601"/>
              <a:ext cx="2907355" cy="5372959"/>
            </a:xfrm>
            <a:custGeom>
              <a:avLst/>
              <a:gdLst/>
              <a:ahLst/>
              <a:cxnLst/>
              <a:rect r="r" b="b" t="t" l="l"/>
              <a:pathLst>
                <a:path h="5372959" w="2907355">
                  <a:moveTo>
                    <a:pt x="0" y="0"/>
                  </a:moveTo>
                  <a:lnTo>
                    <a:pt x="2907355" y="0"/>
                  </a:lnTo>
                  <a:lnTo>
                    <a:pt x="2907355" y="5372959"/>
                  </a:lnTo>
                  <a:lnTo>
                    <a:pt x="0" y="5372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-4880" r="0" b="-488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4576272" y="3839739"/>
            <a:ext cx="7560897" cy="2994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4222" indent="-307111" lvl="1">
              <a:lnSpc>
                <a:spcPts val="3982"/>
              </a:lnSpc>
              <a:buFont typeface="Arial"/>
              <a:buChar char="•"/>
            </a:pPr>
            <a:r>
              <a:rPr lang="en-US" sz="2844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Most people are bored or get bored easily, but often turn to solutions that leave a negative impact on them (like doomscrolling). (Mental Health Foundation, 2025)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644128" y="821262"/>
            <a:ext cx="5409182" cy="2704591"/>
            <a:chOff x="0" y="0"/>
            <a:chExt cx="7212243" cy="3606121"/>
          </a:xfrm>
        </p:grpSpPr>
        <p:sp>
          <p:nvSpPr>
            <p:cNvPr name="Freeform 30" id="30" descr="pixel old tech window"/>
            <p:cNvSpPr/>
            <p:nvPr/>
          </p:nvSpPr>
          <p:spPr>
            <a:xfrm flipH="false" flipV="false" rot="0">
              <a:off x="0" y="0"/>
              <a:ext cx="7212243" cy="3606121"/>
            </a:xfrm>
            <a:custGeom>
              <a:avLst/>
              <a:gdLst/>
              <a:ahLst/>
              <a:cxnLst/>
              <a:rect r="r" b="b" t="t" l="l"/>
              <a:pathLst>
                <a:path h="3606121" w="7212243">
                  <a:moveTo>
                    <a:pt x="0" y="0"/>
                  </a:moveTo>
                  <a:lnTo>
                    <a:pt x="7212243" y="0"/>
                  </a:lnTo>
                  <a:lnTo>
                    <a:pt x="7212243" y="3606121"/>
                  </a:lnTo>
                  <a:lnTo>
                    <a:pt x="0" y="3606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21441" y="760538"/>
              <a:ext cx="6887362" cy="2749303"/>
            </a:xfrm>
            <a:custGeom>
              <a:avLst/>
              <a:gdLst/>
              <a:ahLst/>
              <a:cxnLst/>
              <a:rect r="r" b="b" t="t" l="l"/>
              <a:pathLst>
                <a:path h="2749303" w="6887362">
                  <a:moveTo>
                    <a:pt x="0" y="0"/>
                  </a:moveTo>
                  <a:lnTo>
                    <a:pt x="6887361" y="0"/>
                  </a:lnTo>
                  <a:lnTo>
                    <a:pt x="6887361" y="2749303"/>
                  </a:lnTo>
                  <a:lnTo>
                    <a:pt x="0" y="2749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l="0" t="-20143" r="0" b="-20143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7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60400" y="838621"/>
            <a:ext cx="6862132" cy="6862132"/>
            <a:chOff x="0" y="0"/>
            <a:chExt cx="9149510" cy="91495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9510" cy="9149510"/>
            </a:xfrm>
            <a:custGeom>
              <a:avLst/>
              <a:gdLst/>
              <a:ahLst/>
              <a:cxnLst/>
              <a:rect r="r" b="b" t="t" l="l"/>
              <a:pathLst>
                <a:path h="9149510" w="9149510">
                  <a:moveTo>
                    <a:pt x="0" y="0"/>
                  </a:moveTo>
                  <a:lnTo>
                    <a:pt x="9149510" y="0"/>
                  </a:lnTo>
                  <a:lnTo>
                    <a:pt x="9149510" y="9149510"/>
                  </a:lnTo>
                  <a:lnTo>
                    <a:pt x="0" y="9149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341154" y="287255"/>
              <a:ext cx="444643" cy="430091"/>
            </a:xfrm>
            <a:custGeom>
              <a:avLst/>
              <a:gdLst/>
              <a:ahLst/>
              <a:cxnLst/>
              <a:rect r="r" b="b" t="t" l="l"/>
              <a:pathLst>
                <a:path h="430091" w="444643">
                  <a:moveTo>
                    <a:pt x="0" y="0"/>
                  </a:moveTo>
                  <a:lnTo>
                    <a:pt x="444644" y="0"/>
                  </a:lnTo>
                  <a:lnTo>
                    <a:pt x="444644" y="430092"/>
                  </a:lnTo>
                  <a:lnTo>
                    <a:pt x="0" y="43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512800" y="991021"/>
            <a:ext cx="6862132" cy="6862132"/>
            <a:chOff x="0" y="0"/>
            <a:chExt cx="9149510" cy="91495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9510" cy="9149510"/>
            </a:xfrm>
            <a:custGeom>
              <a:avLst/>
              <a:gdLst/>
              <a:ahLst/>
              <a:cxnLst/>
              <a:rect r="r" b="b" t="t" l="l"/>
              <a:pathLst>
                <a:path h="9149510" w="9149510">
                  <a:moveTo>
                    <a:pt x="0" y="0"/>
                  </a:moveTo>
                  <a:lnTo>
                    <a:pt x="9149510" y="0"/>
                  </a:lnTo>
                  <a:lnTo>
                    <a:pt x="9149510" y="9149510"/>
                  </a:lnTo>
                  <a:lnTo>
                    <a:pt x="0" y="9149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8341154" y="287255"/>
              <a:ext cx="444643" cy="430091"/>
            </a:xfrm>
            <a:custGeom>
              <a:avLst/>
              <a:gdLst/>
              <a:ahLst/>
              <a:cxnLst/>
              <a:rect r="r" b="b" t="t" l="l"/>
              <a:pathLst>
                <a:path h="430091" w="444643">
                  <a:moveTo>
                    <a:pt x="0" y="0"/>
                  </a:moveTo>
                  <a:lnTo>
                    <a:pt x="444644" y="0"/>
                  </a:lnTo>
                  <a:lnTo>
                    <a:pt x="444644" y="430092"/>
                  </a:lnTo>
                  <a:lnTo>
                    <a:pt x="0" y="43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65200" y="1143421"/>
            <a:ext cx="6862132" cy="6862132"/>
            <a:chOff x="0" y="0"/>
            <a:chExt cx="9149510" cy="91495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9510" cy="9149510"/>
            </a:xfrm>
            <a:custGeom>
              <a:avLst/>
              <a:gdLst/>
              <a:ahLst/>
              <a:cxnLst/>
              <a:rect r="r" b="b" t="t" l="l"/>
              <a:pathLst>
                <a:path h="9149510" w="9149510">
                  <a:moveTo>
                    <a:pt x="0" y="0"/>
                  </a:moveTo>
                  <a:lnTo>
                    <a:pt x="9149510" y="0"/>
                  </a:lnTo>
                  <a:lnTo>
                    <a:pt x="9149510" y="9149510"/>
                  </a:lnTo>
                  <a:lnTo>
                    <a:pt x="0" y="9149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341154" y="287255"/>
              <a:ext cx="444643" cy="430091"/>
            </a:xfrm>
            <a:custGeom>
              <a:avLst/>
              <a:gdLst/>
              <a:ahLst/>
              <a:cxnLst/>
              <a:rect r="r" b="b" t="t" l="l"/>
              <a:pathLst>
                <a:path h="430091" w="444643">
                  <a:moveTo>
                    <a:pt x="0" y="0"/>
                  </a:moveTo>
                  <a:lnTo>
                    <a:pt x="444644" y="0"/>
                  </a:lnTo>
                  <a:lnTo>
                    <a:pt x="444644" y="430092"/>
                  </a:lnTo>
                  <a:lnTo>
                    <a:pt x="0" y="43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17600" y="1295821"/>
            <a:ext cx="6862132" cy="6862132"/>
            <a:chOff x="0" y="0"/>
            <a:chExt cx="9149510" cy="91495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9510" cy="9149510"/>
            </a:xfrm>
            <a:custGeom>
              <a:avLst/>
              <a:gdLst/>
              <a:ahLst/>
              <a:cxnLst/>
              <a:rect r="r" b="b" t="t" l="l"/>
              <a:pathLst>
                <a:path h="9149510" w="9149510">
                  <a:moveTo>
                    <a:pt x="0" y="0"/>
                  </a:moveTo>
                  <a:lnTo>
                    <a:pt x="9149510" y="0"/>
                  </a:lnTo>
                  <a:lnTo>
                    <a:pt x="9149510" y="9149510"/>
                  </a:lnTo>
                  <a:lnTo>
                    <a:pt x="0" y="9149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8341154" y="287255"/>
              <a:ext cx="444643" cy="430091"/>
            </a:xfrm>
            <a:custGeom>
              <a:avLst/>
              <a:gdLst/>
              <a:ahLst/>
              <a:cxnLst/>
              <a:rect r="r" b="b" t="t" l="l"/>
              <a:pathLst>
                <a:path h="430091" w="444643">
                  <a:moveTo>
                    <a:pt x="0" y="0"/>
                  </a:moveTo>
                  <a:lnTo>
                    <a:pt x="444644" y="0"/>
                  </a:lnTo>
                  <a:lnTo>
                    <a:pt x="444644" y="430092"/>
                  </a:lnTo>
                  <a:lnTo>
                    <a:pt x="0" y="43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9052698"/>
            <a:ext cx="18288000" cy="1234302"/>
            <a:chOff x="0" y="0"/>
            <a:chExt cx="4816593" cy="325084"/>
          </a:xfrm>
        </p:grpSpPr>
        <p:sp>
          <p:nvSpPr>
            <p:cNvPr name="Freeform 15" id="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816592" cy="325084"/>
            </a:xfrm>
            <a:custGeom>
              <a:avLst/>
              <a:gdLst/>
              <a:ahLst/>
              <a:cxnLst/>
              <a:rect r="r" b="b" t="t" l="l"/>
              <a:pathLst>
                <a:path h="32508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5084"/>
                  </a:lnTo>
                  <a:lnTo>
                    <a:pt x="0" y="325084"/>
                  </a:lnTo>
                  <a:close/>
                </a:path>
              </a:pathLst>
            </a:custGeom>
            <a:solidFill>
              <a:srgbClr val="CCCCCC"/>
            </a:solidFill>
            <a:ln w="95250" cap="sq">
              <a:solidFill>
                <a:srgbClr val="CCCCCC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816593" cy="3631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7414" y="9267586"/>
            <a:ext cx="804526" cy="804526"/>
            <a:chOff x="0" y="0"/>
            <a:chExt cx="1072702" cy="10727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2702" cy="1072702"/>
            </a:xfrm>
            <a:custGeom>
              <a:avLst/>
              <a:gdLst/>
              <a:ahLst/>
              <a:cxnLst/>
              <a:rect r="r" b="b" t="t" l="l"/>
              <a:pathLst>
                <a:path h="1072702" w="1072702">
                  <a:moveTo>
                    <a:pt x="0" y="0"/>
                  </a:moveTo>
                  <a:lnTo>
                    <a:pt x="1072702" y="0"/>
                  </a:lnTo>
                  <a:lnTo>
                    <a:pt x="1072702" y="1072702"/>
                  </a:lnTo>
                  <a:lnTo>
                    <a:pt x="0" y="1072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8445" y="150016"/>
              <a:ext cx="755811" cy="772669"/>
            </a:xfrm>
            <a:custGeom>
              <a:avLst/>
              <a:gdLst/>
              <a:ahLst/>
              <a:cxnLst/>
              <a:rect r="r" b="b" t="t" l="l"/>
              <a:pathLst>
                <a:path h="772669" w="755811">
                  <a:moveTo>
                    <a:pt x="0" y="0"/>
                  </a:moveTo>
                  <a:lnTo>
                    <a:pt x="755811" y="0"/>
                  </a:lnTo>
                  <a:lnTo>
                    <a:pt x="755811" y="772670"/>
                  </a:lnTo>
                  <a:lnTo>
                    <a:pt x="0" y="772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0" id="20" descr="a pixelated image of a printer"/>
          <p:cNvSpPr/>
          <p:nvPr/>
        </p:nvSpPr>
        <p:spPr>
          <a:xfrm flipH="false" flipV="false" rot="0">
            <a:off x="1423082" y="9291263"/>
            <a:ext cx="807064" cy="757173"/>
          </a:xfrm>
          <a:custGeom>
            <a:avLst/>
            <a:gdLst/>
            <a:ahLst/>
            <a:cxnLst/>
            <a:rect r="r" b="b" t="t" l="l"/>
            <a:pathLst>
              <a:path h="757173" w="807064">
                <a:moveTo>
                  <a:pt x="0" y="0"/>
                </a:moveTo>
                <a:lnTo>
                  <a:pt x="807064" y="0"/>
                </a:lnTo>
                <a:lnTo>
                  <a:pt x="807064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 descr="a pixelated notepad"/>
          <p:cNvSpPr/>
          <p:nvPr/>
        </p:nvSpPr>
        <p:spPr>
          <a:xfrm flipH="false" flipV="false" rot="0">
            <a:off x="2395752" y="9327294"/>
            <a:ext cx="662689" cy="685111"/>
          </a:xfrm>
          <a:custGeom>
            <a:avLst/>
            <a:gdLst/>
            <a:ahLst/>
            <a:cxnLst/>
            <a:rect r="r" b="b" t="t" l="l"/>
            <a:pathLst>
              <a:path h="685111" w="662689">
                <a:moveTo>
                  <a:pt x="0" y="0"/>
                </a:moveTo>
                <a:lnTo>
                  <a:pt x="662688" y="0"/>
                </a:lnTo>
                <a:lnTo>
                  <a:pt x="662688" y="685110"/>
                </a:lnTo>
                <a:lnTo>
                  <a:pt x="0" y="6851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 descr="an image of the earth in a pixel art style"/>
          <p:cNvSpPr/>
          <p:nvPr/>
        </p:nvSpPr>
        <p:spPr>
          <a:xfrm flipH="false" flipV="false" rot="0">
            <a:off x="4062279" y="9335724"/>
            <a:ext cx="668249" cy="668249"/>
          </a:xfrm>
          <a:custGeom>
            <a:avLst/>
            <a:gdLst/>
            <a:ahLst/>
            <a:cxnLst/>
            <a:rect r="r" b="b" t="t" l="l"/>
            <a:pathLst>
              <a:path h="668249" w="668249">
                <a:moveTo>
                  <a:pt x="0" y="0"/>
                </a:moveTo>
                <a:lnTo>
                  <a:pt x="668250" y="0"/>
                </a:lnTo>
                <a:lnTo>
                  <a:pt x="668250" y="668250"/>
                </a:lnTo>
                <a:lnTo>
                  <a:pt x="0" y="668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 descr="a pixelated image of a dice"/>
          <p:cNvSpPr/>
          <p:nvPr/>
        </p:nvSpPr>
        <p:spPr>
          <a:xfrm flipH="false" flipV="false" rot="0">
            <a:off x="3224046" y="9309278"/>
            <a:ext cx="672629" cy="721142"/>
          </a:xfrm>
          <a:custGeom>
            <a:avLst/>
            <a:gdLst/>
            <a:ahLst/>
            <a:cxnLst/>
            <a:rect r="r" b="b" t="t" l="l"/>
            <a:pathLst>
              <a:path h="721142" w="672629">
                <a:moveTo>
                  <a:pt x="0" y="0"/>
                </a:moveTo>
                <a:lnTo>
                  <a:pt x="672628" y="0"/>
                </a:lnTo>
                <a:lnTo>
                  <a:pt x="672628" y="721142"/>
                </a:lnTo>
                <a:lnTo>
                  <a:pt x="0" y="72114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 descr="pixelated newspaper"/>
          <p:cNvSpPr/>
          <p:nvPr/>
        </p:nvSpPr>
        <p:spPr>
          <a:xfrm flipH="false" flipV="false" rot="0">
            <a:off x="4877084" y="9291263"/>
            <a:ext cx="905315" cy="757173"/>
          </a:xfrm>
          <a:custGeom>
            <a:avLst/>
            <a:gdLst/>
            <a:ahLst/>
            <a:cxnLst/>
            <a:rect r="r" b="b" t="t" l="l"/>
            <a:pathLst>
              <a:path h="757173" w="905315">
                <a:moveTo>
                  <a:pt x="0" y="0"/>
                </a:moveTo>
                <a:lnTo>
                  <a:pt x="905315" y="0"/>
                </a:lnTo>
                <a:lnTo>
                  <a:pt x="905315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195047" y="3094423"/>
            <a:ext cx="5802437" cy="3264928"/>
          </a:xfrm>
          <a:custGeom>
            <a:avLst/>
            <a:gdLst/>
            <a:ahLst/>
            <a:cxnLst/>
            <a:rect r="r" b="b" t="t" l="l"/>
            <a:pathLst>
              <a:path h="3264928" w="5802437">
                <a:moveTo>
                  <a:pt x="0" y="0"/>
                </a:moveTo>
                <a:lnTo>
                  <a:pt x="5802438" y="0"/>
                </a:lnTo>
                <a:lnTo>
                  <a:pt x="5802438" y="3264928"/>
                </a:lnTo>
                <a:lnTo>
                  <a:pt x="0" y="326492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901080" y="1286296"/>
            <a:ext cx="4845917" cy="1073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OBJECTIVES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75485" y="2795958"/>
            <a:ext cx="9242114" cy="4904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7806" indent="-378903" lvl="1">
              <a:lnSpc>
                <a:spcPts val="4913"/>
              </a:lnSpc>
              <a:buFont typeface="Arial"/>
              <a:buChar char="•"/>
            </a:pPr>
            <a:r>
              <a:rPr lang="en-US" sz="3509">
                <a:solidFill>
                  <a:srgbClr val="FFFFFF"/>
                </a:solidFill>
                <a:latin typeface="Minecraftia"/>
                <a:ea typeface="Minecraftia"/>
                <a:cs typeface="Minecraftia"/>
                <a:sym typeface="Minecraftia"/>
              </a:rPr>
              <a:t> Create a clean simulation experience f</a:t>
            </a:r>
            <a:r>
              <a:rPr lang="en-US" sz="3509">
                <a:solidFill>
                  <a:srgbClr val="FFFFFF"/>
                </a:solidFill>
                <a:latin typeface="Minecraftia"/>
                <a:ea typeface="Minecraftia"/>
                <a:cs typeface="Minecraftia"/>
                <a:sym typeface="Minecraftia"/>
              </a:rPr>
              <a:t>or players to enjoy without too many unnecessary features.</a:t>
            </a:r>
          </a:p>
          <a:p>
            <a:pPr algn="l" marL="757806" indent="-378903" lvl="1">
              <a:lnSpc>
                <a:spcPts val="4913"/>
              </a:lnSpc>
              <a:buFont typeface="Arial"/>
              <a:buChar char="•"/>
            </a:pPr>
            <a:r>
              <a:rPr lang="en-US" sz="3509">
                <a:solidFill>
                  <a:srgbClr val="FFFFFF"/>
                </a:solidFill>
                <a:latin typeface="Minecraftia"/>
                <a:ea typeface="Minecraftia"/>
                <a:cs typeface="Minecraftia"/>
                <a:sym typeface="Minecraftia"/>
              </a:rPr>
              <a:t> Destroy boredom and be a time-killer that isn’t too addictive.</a:t>
            </a:r>
          </a:p>
          <a:p>
            <a:pPr algn="l">
              <a:lnSpc>
                <a:spcPts val="4913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0099908" y="2351207"/>
            <a:ext cx="3862000" cy="733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4"/>
              </a:lnSpc>
              <a:spcBef>
                <a:spcPct val="0"/>
              </a:spcBef>
            </a:pPr>
            <a:r>
              <a:rPr lang="en-US" sz="41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MONOCLICKER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117079" y="6449605"/>
            <a:ext cx="2988817" cy="60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28"/>
              </a:lnSpc>
              <a:spcBef>
                <a:spcPct val="0"/>
              </a:spcBef>
            </a:pPr>
            <a:r>
              <a:rPr lang="en-US" sz="359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very fun game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90278" y="2877354"/>
            <a:ext cx="6011975" cy="387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3"/>
              </a:lnSpc>
            </a:pPr>
            <a:r>
              <a:rPr lang="en-US" sz="4331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YEAHH BABY</a:t>
            </a:r>
          </a:p>
          <a:p>
            <a:pPr algn="ctr">
              <a:lnSpc>
                <a:spcPts val="6063"/>
              </a:lnSpc>
            </a:pPr>
          </a:p>
          <a:p>
            <a:pPr algn="ctr">
              <a:lnSpc>
                <a:spcPts val="6063"/>
              </a:lnSpc>
            </a:pPr>
          </a:p>
          <a:p>
            <a:pPr algn="ctr">
              <a:lnSpc>
                <a:spcPts val="6063"/>
              </a:lnSpc>
            </a:pPr>
          </a:p>
          <a:p>
            <a:pPr algn="ctr" marL="0" indent="0" lvl="0">
              <a:lnSpc>
                <a:spcPts val="6063"/>
              </a:lnSpc>
              <a:spcBef>
                <a:spcPct val="0"/>
              </a:spcBef>
            </a:pPr>
            <a:r>
              <a:rPr lang="en-US" sz="4331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 NEW INCREMENTAL GAME</a:t>
            </a:r>
          </a:p>
        </p:txBody>
      </p:sp>
      <p:sp>
        <p:nvSpPr>
          <p:cNvPr name="Freeform 31" id="31" descr="pixel old tech start button"/>
          <p:cNvSpPr/>
          <p:nvPr/>
        </p:nvSpPr>
        <p:spPr>
          <a:xfrm flipH="false" flipV="false" rot="0">
            <a:off x="13401171" y="7052372"/>
            <a:ext cx="2026763" cy="560124"/>
          </a:xfrm>
          <a:custGeom>
            <a:avLst/>
            <a:gdLst/>
            <a:ahLst/>
            <a:cxnLst/>
            <a:rect r="r" b="b" t="t" l="l"/>
            <a:pathLst>
              <a:path h="560124" w="2026763">
                <a:moveTo>
                  <a:pt x="0" y="0"/>
                </a:moveTo>
                <a:lnTo>
                  <a:pt x="2026763" y="0"/>
                </a:lnTo>
                <a:lnTo>
                  <a:pt x="2026763" y="560123"/>
                </a:lnTo>
                <a:lnTo>
                  <a:pt x="0" y="56012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 descr="pixel old tech finger pointer"/>
          <p:cNvSpPr/>
          <p:nvPr/>
        </p:nvSpPr>
        <p:spPr>
          <a:xfrm flipH="false" flipV="false" rot="5400000">
            <a:off x="13037072" y="7137285"/>
            <a:ext cx="423187" cy="558160"/>
          </a:xfrm>
          <a:custGeom>
            <a:avLst/>
            <a:gdLst/>
            <a:ahLst/>
            <a:cxnLst/>
            <a:rect r="r" b="b" t="t" l="l"/>
            <a:pathLst>
              <a:path h="558160" w="423187">
                <a:moveTo>
                  <a:pt x="0" y="0"/>
                </a:moveTo>
                <a:lnTo>
                  <a:pt x="423187" y="0"/>
                </a:lnTo>
                <a:lnTo>
                  <a:pt x="423187" y="558160"/>
                </a:lnTo>
                <a:lnTo>
                  <a:pt x="0" y="55816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 descr="pixel old tech finger pointer"/>
          <p:cNvSpPr/>
          <p:nvPr/>
        </p:nvSpPr>
        <p:spPr>
          <a:xfrm flipH="false" flipV="false" rot="0">
            <a:off x="14091223" y="7447393"/>
            <a:ext cx="423187" cy="558160"/>
          </a:xfrm>
          <a:custGeom>
            <a:avLst/>
            <a:gdLst/>
            <a:ahLst/>
            <a:cxnLst/>
            <a:rect r="r" b="b" t="t" l="l"/>
            <a:pathLst>
              <a:path h="558160" w="423187">
                <a:moveTo>
                  <a:pt x="0" y="0"/>
                </a:moveTo>
                <a:lnTo>
                  <a:pt x="423187" y="0"/>
                </a:lnTo>
                <a:lnTo>
                  <a:pt x="423187" y="558160"/>
                </a:lnTo>
                <a:lnTo>
                  <a:pt x="0" y="55816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 descr="pixel old tech finger pointer"/>
          <p:cNvSpPr/>
          <p:nvPr/>
        </p:nvSpPr>
        <p:spPr>
          <a:xfrm flipH="false" flipV="false" rot="2576803">
            <a:off x="13534603" y="7426945"/>
            <a:ext cx="423187" cy="558160"/>
          </a:xfrm>
          <a:custGeom>
            <a:avLst/>
            <a:gdLst/>
            <a:ahLst/>
            <a:cxnLst/>
            <a:rect r="r" b="b" t="t" l="l"/>
            <a:pathLst>
              <a:path h="558160" w="423187">
                <a:moveTo>
                  <a:pt x="0" y="0"/>
                </a:moveTo>
                <a:lnTo>
                  <a:pt x="423187" y="0"/>
                </a:lnTo>
                <a:lnTo>
                  <a:pt x="423187" y="558160"/>
                </a:lnTo>
                <a:lnTo>
                  <a:pt x="0" y="55816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 descr="pixel old tech finger pointer"/>
          <p:cNvSpPr/>
          <p:nvPr/>
        </p:nvSpPr>
        <p:spPr>
          <a:xfrm flipH="false" flipV="false" rot="-2488166">
            <a:off x="15336828" y="7348879"/>
            <a:ext cx="423187" cy="558160"/>
          </a:xfrm>
          <a:custGeom>
            <a:avLst/>
            <a:gdLst/>
            <a:ahLst/>
            <a:cxnLst/>
            <a:rect r="r" b="b" t="t" l="l"/>
            <a:pathLst>
              <a:path h="558160" w="423187">
                <a:moveTo>
                  <a:pt x="0" y="0"/>
                </a:moveTo>
                <a:lnTo>
                  <a:pt x="423187" y="0"/>
                </a:lnTo>
                <a:lnTo>
                  <a:pt x="423187" y="558160"/>
                </a:lnTo>
                <a:lnTo>
                  <a:pt x="0" y="55816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 descr="pixel old tech finger pointer"/>
          <p:cNvSpPr/>
          <p:nvPr/>
        </p:nvSpPr>
        <p:spPr>
          <a:xfrm flipH="false" flipV="false" rot="-811752">
            <a:off x="14742347" y="7489149"/>
            <a:ext cx="423187" cy="558160"/>
          </a:xfrm>
          <a:custGeom>
            <a:avLst/>
            <a:gdLst/>
            <a:ahLst/>
            <a:cxnLst/>
            <a:rect r="r" b="b" t="t" l="l"/>
            <a:pathLst>
              <a:path h="558160" w="423187">
                <a:moveTo>
                  <a:pt x="0" y="0"/>
                </a:moveTo>
                <a:lnTo>
                  <a:pt x="423187" y="0"/>
                </a:lnTo>
                <a:lnTo>
                  <a:pt x="423187" y="558160"/>
                </a:lnTo>
                <a:lnTo>
                  <a:pt x="0" y="55816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 descr="pixel old tech finger pointer"/>
          <p:cNvSpPr/>
          <p:nvPr/>
        </p:nvSpPr>
        <p:spPr>
          <a:xfrm flipH="false" flipV="false" rot="7544537">
            <a:off x="13244419" y="6718591"/>
            <a:ext cx="423187" cy="558160"/>
          </a:xfrm>
          <a:custGeom>
            <a:avLst/>
            <a:gdLst/>
            <a:ahLst/>
            <a:cxnLst/>
            <a:rect r="r" b="b" t="t" l="l"/>
            <a:pathLst>
              <a:path h="558160" w="423187">
                <a:moveTo>
                  <a:pt x="0" y="0"/>
                </a:moveTo>
                <a:lnTo>
                  <a:pt x="423187" y="0"/>
                </a:lnTo>
                <a:lnTo>
                  <a:pt x="423187" y="558160"/>
                </a:lnTo>
                <a:lnTo>
                  <a:pt x="0" y="55816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 descr="pixel old tech finger pointer"/>
          <p:cNvSpPr/>
          <p:nvPr/>
        </p:nvSpPr>
        <p:spPr>
          <a:xfrm flipH="false" flipV="false" rot="-7474841">
            <a:off x="15216341" y="6802314"/>
            <a:ext cx="423187" cy="558160"/>
          </a:xfrm>
          <a:custGeom>
            <a:avLst/>
            <a:gdLst/>
            <a:ahLst/>
            <a:cxnLst/>
            <a:rect r="r" b="b" t="t" l="l"/>
            <a:pathLst>
              <a:path h="558160" w="423187">
                <a:moveTo>
                  <a:pt x="0" y="0"/>
                </a:moveTo>
                <a:lnTo>
                  <a:pt x="423186" y="0"/>
                </a:lnTo>
                <a:lnTo>
                  <a:pt x="423186" y="558160"/>
                </a:lnTo>
                <a:lnTo>
                  <a:pt x="0" y="55816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 descr="pixel old tech finger pointer"/>
          <p:cNvSpPr/>
          <p:nvPr/>
        </p:nvSpPr>
        <p:spPr>
          <a:xfrm flipH="false" flipV="false" rot="9264481">
            <a:off x="13703688" y="6582592"/>
            <a:ext cx="423187" cy="558160"/>
          </a:xfrm>
          <a:custGeom>
            <a:avLst/>
            <a:gdLst/>
            <a:ahLst/>
            <a:cxnLst/>
            <a:rect r="r" b="b" t="t" l="l"/>
            <a:pathLst>
              <a:path h="558160" w="423187">
                <a:moveTo>
                  <a:pt x="0" y="0"/>
                </a:moveTo>
                <a:lnTo>
                  <a:pt x="423187" y="0"/>
                </a:lnTo>
                <a:lnTo>
                  <a:pt x="423187" y="558160"/>
                </a:lnTo>
                <a:lnTo>
                  <a:pt x="0" y="55816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 descr="pixel old tech finger pointer"/>
          <p:cNvSpPr/>
          <p:nvPr/>
        </p:nvSpPr>
        <p:spPr>
          <a:xfrm flipH="false" flipV="false" rot="-10585979">
            <a:off x="14230504" y="6675533"/>
            <a:ext cx="423187" cy="558160"/>
          </a:xfrm>
          <a:custGeom>
            <a:avLst/>
            <a:gdLst/>
            <a:ahLst/>
            <a:cxnLst/>
            <a:rect r="r" b="b" t="t" l="l"/>
            <a:pathLst>
              <a:path h="558160" w="423187">
                <a:moveTo>
                  <a:pt x="0" y="0"/>
                </a:moveTo>
                <a:lnTo>
                  <a:pt x="423187" y="0"/>
                </a:lnTo>
                <a:lnTo>
                  <a:pt x="423187" y="558160"/>
                </a:lnTo>
                <a:lnTo>
                  <a:pt x="0" y="55816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 descr="pixel old tech finger pointer"/>
          <p:cNvSpPr/>
          <p:nvPr/>
        </p:nvSpPr>
        <p:spPr>
          <a:xfrm flipH="false" flipV="false" rot="-10057804">
            <a:off x="14742347" y="6791813"/>
            <a:ext cx="423187" cy="558160"/>
          </a:xfrm>
          <a:custGeom>
            <a:avLst/>
            <a:gdLst/>
            <a:ahLst/>
            <a:cxnLst/>
            <a:rect r="r" b="b" t="t" l="l"/>
            <a:pathLst>
              <a:path h="558160" w="423187">
                <a:moveTo>
                  <a:pt x="0" y="0"/>
                </a:moveTo>
                <a:lnTo>
                  <a:pt x="423187" y="0"/>
                </a:lnTo>
                <a:lnTo>
                  <a:pt x="423187" y="558160"/>
                </a:lnTo>
                <a:lnTo>
                  <a:pt x="0" y="55816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old tech blank page"/>
          <p:cNvSpPr/>
          <p:nvPr/>
        </p:nvSpPr>
        <p:spPr>
          <a:xfrm flipH="false" flipV="false" rot="0">
            <a:off x="-1816736" y="-5817236"/>
            <a:ext cx="21921472" cy="21921472"/>
          </a:xfrm>
          <a:custGeom>
            <a:avLst/>
            <a:gdLst/>
            <a:ahLst/>
            <a:cxnLst/>
            <a:rect r="r" b="b" t="t" l="l"/>
            <a:pathLst>
              <a:path h="21921472" w="21921472">
                <a:moveTo>
                  <a:pt x="0" y="0"/>
                </a:moveTo>
                <a:lnTo>
                  <a:pt x="21921472" y="0"/>
                </a:lnTo>
                <a:lnTo>
                  <a:pt x="21921472" y="21921472"/>
                </a:lnTo>
                <a:lnTo>
                  <a:pt x="0" y="2192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94171" y="1839339"/>
            <a:ext cx="14235927" cy="6629441"/>
            <a:chOff x="0" y="0"/>
            <a:chExt cx="3749380" cy="1746026"/>
          </a:xfrm>
        </p:grpSpPr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749380" cy="1746026"/>
            </a:xfrm>
            <a:custGeom>
              <a:avLst/>
              <a:gdLst/>
              <a:ahLst/>
              <a:cxnLst/>
              <a:rect r="r" b="b" t="t" l="l"/>
              <a:pathLst>
                <a:path h="1746026" w="3749380">
                  <a:moveTo>
                    <a:pt x="0" y="0"/>
                  </a:moveTo>
                  <a:lnTo>
                    <a:pt x="3749380" y="0"/>
                  </a:lnTo>
                  <a:lnTo>
                    <a:pt x="3749380" y="1746026"/>
                  </a:lnTo>
                  <a:lnTo>
                    <a:pt x="0" y="1746026"/>
                  </a:lnTo>
                  <a:close/>
                </a:path>
              </a:pathLst>
            </a:custGeom>
            <a:solidFill>
              <a:srgbClr val="FEFF99"/>
            </a:solidFill>
            <a:ln w="95250" cap="sq">
              <a:solidFill>
                <a:srgbClr val="CCCCCC"/>
              </a:solidFill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49380" cy="1784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301375" y="0"/>
            <a:ext cx="20890750" cy="795754"/>
            <a:chOff x="0" y="0"/>
            <a:chExt cx="27854334" cy="106100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7854334" cy="1061005"/>
              <a:chOff x="0" y="0"/>
              <a:chExt cx="5502091" cy="20958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02091" cy="209581"/>
              </a:xfrm>
              <a:custGeom>
                <a:avLst/>
                <a:gdLst/>
                <a:ahLst/>
                <a:cxnLst/>
                <a:rect r="r" b="b" t="t" l="l"/>
                <a:pathLst>
                  <a:path h="209581" w="5502091">
                    <a:moveTo>
                      <a:pt x="0" y="0"/>
                    </a:moveTo>
                    <a:lnTo>
                      <a:pt x="5502091" y="0"/>
                    </a:lnTo>
                    <a:lnTo>
                      <a:pt x="5502091" y="209581"/>
                    </a:lnTo>
                    <a:lnTo>
                      <a:pt x="0" y="209581"/>
                    </a:lnTo>
                    <a:close/>
                  </a:path>
                </a:pathLst>
              </a:custGeom>
              <a:solidFill>
                <a:srgbClr val="1818B7"/>
              </a:solidFill>
              <a:ln w="95250" cap="sq">
                <a:solidFill>
                  <a:srgbClr val="1818B7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5502091" cy="266731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39275" y="269112"/>
              <a:ext cx="26975784" cy="513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99"/>
                </a:lnSpc>
              </a:pPr>
              <a:r>
                <a:rPr lang="en-US" sz="2499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FEATURES  • FEATURES • FEATURES • FEATURES • FEATURES • FEATURES • FEATURES • FEATURES • FEATURES • FEATURES • FEATURES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301375" y="9491219"/>
            <a:ext cx="20890750" cy="795781"/>
            <a:chOff x="0" y="0"/>
            <a:chExt cx="5502091" cy="2095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02091" cy="209588"/>
            </a:xfrm>
            <a:custGeom>
              <a:avLst/>
              <a:gdLst/>
              <a:ahLst/>
              <a:cxnLst/>
              <a:rect r="r" b="b" t="t" l="l"/>
              <a:pathLst>
                <a:path h="209588" w="5502091">
                  <a:moveTo>
                    <a:pt x="0" y="0"/>
                  </a:moveTo>
                  <a:lnTo>
                    <a:pt x="5502091" y="0"/>
                  </a:lnTo>
                  <a:lnTo>
                    <a:pt x="5502091" y="209588"/>
                  </a:lnTo>
                  <a:lnTo>
                    <a:pt x="0" y="209588"/>
                  </a:lnTo>
                  <a:close/>
                </a:path>
              </a:pathLst>
            </a:custGeom>
            <a:solidFill>
              <a:srgbClr val="1818B7"/>
            </a:solidFill>
            <a:ln w="95250" cap="sq">
              <a:solidFill>
                <a:srgbClr val="1818B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5502091" cy="26673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600318" y="4759728"/>
            <a:ext cx="1658982" cy="4147456"/>
            <a:chOff x="0" y="0"/>
            <a:chExt cx="2211976" cy="55299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105988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05988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05988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05988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05988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284474" y="4613333"/>
              <a:ext cx="749016" cy="727227"/>
            </a:xfrm>
            <a:custGeom>
              <a:avLst/>
              <a:gdLst/>
              <a:ahLst/>
              <a:cxnLst/>
              <a:rect r="r" b="b" t="t" l="l"/>
              <a:pathLst>
                <a:path h="727227" w="749016">
                  <a:moveTo>
                    <a:pt x="0" y="0"/>
                  </a:moveTo>
                  <a:lnTo>
                    <a:pt x="749016" y="0"/>
                  </a:lnTo>
                  <a:lnTo>
                    <a:pt x="749016" y="727227"/>
                  </a:lnTo>
                  <a:lnTo>
                    <a:pt x="0" y="7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6" id="26" descr="cursor"/>
          <p:cNvSpPr/>
          <p:nvPr/>
        </p:nvSpPr>
        <p:spPr>
          <a:xfrm flipH="false" flipV="false" rot="3207690">
            <a:off x="6778520" y="8056080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5" y="0"/>
                </a:lnTo>
                <a:lnTo>
                  <a:pt x="484735" y="825401"/>
                </a:lnTo>
                <a:lnTo>
                  <a:pt x="0" y="825401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 descr="loading image"/>
          <p:cNvSpPr/>
          <p:nvPr/>
        </p:nvSpPr>
        <p:spPr>
          <a:xfrm flipH="false" flipV="false" rot="0">
            <a:off x="15235587" y="4383955"/>
            <a:ext cx="635693" cy="654740"/>
          </a:xfrm>
          <a:custGeom>
            <a:avLst/>
            <a:gdLst/>
            <a:ahLst/>
            <a:cxnLst/>
            <a:rect r="r" b="b" t="t" l="l"/>
            <a:pathLst>
              <a:path h="654740" w="635693">
                <a:moveTo>
                  <a:pt x="0" y="0"/>
                </a:moveTo>
                <a:lnTo>
                  <a:pt x="635692" y="0"/>
                </a:lnTo>
                <a:lnTo>
                  <a:pt x="635692" y="654740"/>
                </a:lnTo>
                <a:lnTo>
                  <a:pt x="0" y="65474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 descr="a pixelated text tool"/>
          <p:cNvSpPr/>
          <p:nvPr/>
        </p:nvSpPr>
        <p:spPr>
          <a:xfrm flipH="false" flipV="false" rot="0">
            <a:off x="2474728" y="2252104"/>
            <a:ext cx="798979" cy="798979"/>
          </a:xfrm>
          <a:custGeom>
            <a:avLst/>
            <a:gdLst/>
            <a:ahLst/>
            <a:cxnLst/>
            <a:rect r="r" b="b" t="t" l="l"/>
            <a:pathLst>
              <a:path h="798979" w="798979">
                <a:moveTo>
                  <a:pt x="0" y="0"/>
                </a:moveTo>
                <a:lnTo>
                  <a:pt x="798979" y="0"/>
                </a:lnTo>
                <a:lnTo>
                  <a:pt x="798979" y="798979"/>
                </a:lnTo>
                <a:lnTo>
                  <a:pt x="0" y="798979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785776" y="2580343"/>
            <a:ext cx="11714461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8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PLANNED FEATURES</a:t>
            </a:r>
          </a:p>
        </p:txBody>
      </p:sp>
      <p:sp>
        <p:nvSpPr>
          <p:cNvPr name="Freeform 30" id="30" descr="progress bar"/>
          <p:cNvSpPr/>
          <p:nvPr/>
        </p:nvSpPr>
        <p:spPr>
          <a:xfrm flipH="false" flipV="false" rot="0">
            <a:off x="13444325" y="2116601"/>
            <a:ext cx="2527153" cy="473267"/>
          </a:xfrm>
          <a:custGeom>
            <a:avLst/>
            <a:gdLst/>
            <a:ahLst/>
            <a:cxnLst/>
            <a:rect r="r" b="b" t="t" l="l"/>
            <a:pathLst>
              <a:path h="473267" w="2527153">
                <a:moveTo>
                  <a:pt x="0" y="0"/>
                </a:moveTo>
                <a:lnTo>
                  <a:pt x="2527153" y="0"/>
                </a:lnTo>
                <a:lnTo>
                  <a:pt x="2527153" y="473267"/>
                </a:lnTo>
                <a:lnTo>
                  <a:pt x="0" y="473267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-492117" y="9491219"/>
            <a:ext cx="20890750" cy="795754"/>
            <a:chOff x="0" y="0"/>
            <a:chExt cx="5502091" cy="209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502091" cy="209581"/>
            </a:xfrm>
            <a:custGeom>
              <a:avLst/>
              <a:gdLst/>
              <a:ahLst/>
              <a:cxnLst/>
              <a:rect r="r" b="b" t="t" l="l"/>
              <a:pathLst>
                <a:path h="209581" w="5502091">
                  <a:moveTo>
                    <a:pt x="0" y="0"/>
                  </a:moveTo>
                  <a:lnTo>
                    <a:pt x="5502091" y="0"/>
                  </a:lnTo>
                  <a:lnTo>
                    <a:pt x="5502091" y="209581"/>
                  </a:lnTo>
                  <a:lnTo>
                    <a:pt x="0" y="209581"/>
                  </a:lnTo>
                  <a:close/>
                </a:path>
              </a:pathLst>
            </a:custGeom>
            <a:solidFill>
              <a:srgbClr val="1818B7"/>
            </a:solidFill>
            <a:ln w="95250" cap="sq">
              <a:solidFill>
                <a:srgbClr val="1818B7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5502091" cy="26673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4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-1472912" y="9690672"/>
            <a:ext cx="20231838" cy="38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FEATURES  • FEATURES • FEATURES • FEATURES • FEATURES • FEATURES • FEATURES • FEATURES • FEATURES • FEATURES • FEATURES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880729" y="4014991"/>
            <a:ext cx="10262812" cy="4231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- Clickable button to increase a number (the user's G)</a:t>
            </a:r>
          </a:p>
          <a:p>
            <a:pPr algn="l">
              <a:lnSpc>
                <a:spcPts val="2874"/>
              </a:lnSpc>
            </a:pPr>
          </a:p>
          <a:p>
            <a:pPr algn="l">
              <a:lnSpc>
                <a:spcPts val="2874"/>
              </a:lnSpc>
            </a:pPr>
            <a:r>
              <a:rPr lang="en-US" sz="2053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- Generators that the user can purchase with G to increase G output and can be accessed via the "Shop" button.</a:t>
            </a:r>
          </a:p>
          <a:p>
            <a:pPr algn="l">
              <a:lnSpc>
                <a:spcPts val="2874"/>
              </a:lnSpc>
            </a:pPr>
          </a:p>
          <a:p>
            <a:pPr algn="l">
              <a:lnSpc>
                <a:spcPts val="2874"/>
              </a:lnSpc>
            </a:pPr>
            <a:r>
              <a:rPr lang="en-US" sz="2053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- Slight chance for generators to break down, and requires a "minigame" using a consistent stream of user input in a limited amount of time to "fix" the generator</a:t>
            </a:r>
          </a:p>
          <a:p>
            <a:pPr algn="l">
              <a:lnSpc>
                <a:spcPts val="2874"/>
              </a:lnSpc>
            </a:pPr>
          </a:p>
          <a:p>
            <a:pPr algn="l">
              <a:lnSpc>
                <a:spcPts val="2874"/>
              </a:lnSpc>
              <a:spcBef>
                <a:spcPct val="0"/>
              </a:spcBef>
            </a:pPr>
            <a:r>
              <a:rPr lang="en-US" sz="2053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- Tips at the bottom of the main menu to push al</a:t>
            </a:r>
            <a:r>
              <a:rPr lang="en-US" sz="2053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ong progress and give the user hints as to what to do</a:t>
            </a:r>
          </a:p>
          <a:p>
            <a:pPr algn="ctr">
              <a:lnSpc>
                <a:spcPts val="287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old tech blank page"/>
          <p:cNvSpPr/>
          <p:nvPr/>
        </p:nvSpPr>
        <p:spPr>
          <a:xfrm flipH="false" flipV="false" rot="0">
            <a:off x="-1816736" y="-5817236"/>
            <a:ext cx="21921472" cy="21921472"/>
          </a:xfrm>
          <a:custGeom>
            <a:avLst/>
            <a:gdLst/>
            <a:ahLst/>
            <a:cxnLst/>
            <a:rect r="r" b="b" t="t" l="l"/>
            <a:pathLst>
              <a:path h="21921472" w="21921472">
                <a:moveTo>
                  <a:pt x="0" y="0"/>
                </a:moveTo>
                <a:lnTo>
                  <a:pt x="21921472" y="0"/>
                </a:lnTo>
                <a:lnTo>
                  <a:pt x="21921472" y="21921472"/>
                </a:lnTo>
                <a:lnTo>
                  <a:pt x="0" y="2192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94171" y="1839339"/>
            <a:ext cx="14235927" cy="6629441"/>
            <a:chOff x="0" y="0"/>
            <a:chExt cx="3749380" cy="1746026"/>
          </a:xfrm>
        </p:grpSpPr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749380" cy="1746026"/>
            </a:xfrm>
            <a:custGeom>
              <a:avLst/>
              <a:gdLst/>
              <a:ahLst/>
              <a:cxnLst/>
              <a:rect r="r" b="b" t="t" l="l"/>
              <a:pathLst>
                <a:path h="1746026" w="3749380">
                  <a:moveTo>
                    <a:pt x="0" y="0"/>
                  </a:moveTo>
                  <a:lnTo>
                    <a:pt x="3749380" y="0"/>
                  </a:lnTo>
                  <a:lnTo>
                    <a:pt x="3749380" y="1746026"/>
                  </a:lnTo>
                  <a:lnTo>
                    <a:pt x="0" y="1746026"/>
                  </a:lnTo>
                  <a:close/>
                </a:path>
              </a:pathLst>
            </a:custGeom>
            <a:solidFill>
              <a:srgbClr val="FEFF99"/>
            </a:solidFill>
            <a:ln w="95250" cap="sq">
              <a:solidFill>
                <a:srgbClr val="CCCCCC"/>
              </a:solidFill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49380" cy="1784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301375" y="0"/>
            <a:ext cx="20890750" cy="795754"/>
            <a:chOff x="0" y="0"/>
            <a:chExt cx="27854334" cy="106100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7854334" cy="1061005"/>
              <a:chOff x="0" y="0"/>
              <a:chExt cx="5502091" cy="20958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02091" cy="209581"/>
              </a:xfrm>
              <a:custGeom>
                <a:avLst/>
                <a:gdLst/>
                <a:ahLst/>
                <a:cxnLst/>
                <a:rect r="r" b="b" t="t" l="l"/>
                <a:pathLst>
                  <a:path h="209581" w="5502091">
                    <a:moveTo>
                      <a:pt x="0" y="0"/>
                    </a:moveTo>
                    <a:lnTo>
                      <a:pt x="5502091" y="0"/>
                    </a:lnTo>
                    <a:lnTo>
                      <a:pt x="5502091" y="209581"/>
                    </a:lnTo>
                    <a:lnTo>
                      <a:pt x="0" y="209581"/>
                    </a:lnTo>
                    <a:close/>
                  </a:path>
                </a:pathLst>
              </a:custGeom>
              <a:solidFill>
                <a:srgbClr val="1818B7"/>
              </a:solidFill>
              <a:ln w="95250" cap="sq">
                <a:solidFill>
                  <a:srgbClr val="1818B7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5502091" cy="266731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39275" y="269112"/>
              <a:ext cx="26975784" cy="513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99"/>
                </a:lnSpc>
              </a:pPr>
              <a:r>
                <a:rPr lang="en-US" sz="2499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FEATURES  • FEATURES • FEATURES • FEATURES • FEATURES • FEATURES • FEATURES • FEATURES • FEATURES • FEATURES • FEATURES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301375" y="9491219"/>
            <a:ext cx="20890750" cy="795781"/>
            <a:chOff x="0" y="0"/>
            <a:chExt cx="5502091" cy="2095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02091" cy="209588"/>
            </a:xfrm>
            <a:custGeom>
              <a:avLst/>
              <a:gdLst/>
              <a:ahLst/>
              <a:cxnLst/>
              <a:rect r="r" b="b" t="t" l="l"/>
              <a:pathLst>
                <a:path h="209588" w="5502091">
                  <a:moveTo>
                    <a:pt x="0" y="0"/>
                  </a:moveTo>
                  <a:lnTo>
                    <a:pt x="5502091" y="0"/>
                  </a:lnTo>
                  <a:lnTo>
                    <a:pt x="5502091" y="209588"/>
                  </a:lnTo>
                  <a:lnTo>
                    <a:pt x="0" y="209588"/>
                  </a:lnTo>
                  <a:close/>
                </a:path>
              </a:pathLst>
            </a:custGeom>
            <a:solidFill>
              <a:srgbClr val="1818B7"/>
            </a:solidFill>
            <a:ln w="95250" cap="sq">
              <a:solidFill>
                <a:srgbClr val="1818B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5502091" cy="26673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600318" y="4759728"/>
            <a:ext cx="1658982" cy="4147456"/>
            <a:chOff x="0" y="0"/>
            <a:chExt cx="2211976" cy="55299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105988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05988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05988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05988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05988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284474" y="4613333"/>
              <a:ext cx="749016" cy="727227"/>
            </a:xfrm>
            <a:custGeom>
              <a:avLst/>
              <a:gdLst/>
              <a:ahLst/>
              <a:cxnLst/>
              <a:rect r="r" b="b" t="t" l="l"/>
              <a:pathLst>
                <a:path h="727227" w="749016">
                  <a:moveTo>
                    <a:pt x="0" y="0"/>
                  </a:moveTo>
                  <a:lnTo>
                    <a:pt x="749016" y="0"/>
                  </a:lnTo>
                  <a:lnTo>
                    <a:pt x="749016" y="727227"/>
                  </a:lnTo>
                  <a:lnTo>
                    <a:pt x="0" y="7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6" id="26" descr="cursor"/>
          <p:cNvSpPr/>
          <p:nvPr/>
        </p:nvSpPr>
        <p:spPr>
          <a:xfrm flipH="false" flipV="false" rot="3207690">
            <a:off x="6778520" y="8056080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5" y="0"/>
                </a:lnTo>
                <a:lnTo>
                  <a:pt x="484735" y="825401"/>
                </a:lnTo>
                <a:lnTo>
                  <a:pt x="0" y="825401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 descr="loading image"/>
          <p:cNvSpPr/>
          <p:nvPr/>
        </p:nvSpPr>
        <p:spPr>
          <a:xfrm flipH="false" flipV="false" rot="0">
            <a:off x="15235587" y="4383955"/>
            <a:ext cx="635693" cy="654740"/>
          </a:xfrm>
          <a:custGeom>
            <a:avLst/>
            <a:gdLst/>
            <a:ahLst/>
            <a:cxnLst/>
            <a:rect r="r" b="b" t="t" l="l"/>
            <a:pathLst>
              <a:path h="654740" w="635693">
                <a:moveTo>
                  <a:pt x="0" y="0"/>
                </a:moveTo>
                <a:lnTo>
                  <a:pt x="635692" y="0"/>
                </a:lnTo>
                <a:lnTo>
                  <a:pt x="635692" y="654740"/>
                </a:lnTo>
                <a:lnTo>
                  <a:pt x="0" y="65474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 descr="a pixelated text tool"/>
          <p:cNvSpPr/>
          <p:nvPr/>
        </p:nvSpPr>
        <p:spPr>
          <a:xfrm flipH="false" flipV="false" rot="0">
            <a:off x="2474728" y="2252104"/>
            <a:ext cx="798979" cy="798979"/>
          </a:xfrm>
          <a:custGeom>
            <a:avLst/>
            <a:gdLst/>
            <a:ahLst/>
            <a:cxnLst/>
            <a:rect r="r" b="b" t="t" l="l"/>
            <a:pathLst>
              <a:path h="798979" w="798979">
                <a:moveTo>
                  <a:pt x="0" y="0"/>
                </a:moveTo>
                <a:lnTo>
                  <a:pt x="798979" y="0"/>
                </a:lnTo>
                <a:lnTo>
                  <a:pt x="798979" y="798979"/>
                </a:lnTo>
                <a:lnTo>
                  <a:pt x="0" y="798979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785776" y="2580343"/>
            <a:ext cx="11714461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8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PLANNED FEATURES</a:t>
            </a:r>
          </a:p>
        </p:txBody>
      </p:sp>
      <p:sp>
        <p:nvSpPr>
          <p:cNvPr name="Freeform 30" id="30" descr="progress bar"/>
          <p:cNvSpPr/>
          <p:nvPr/>
        </p:nvSpPr>
        <p:spPr>
          <a:xfrm flipH="false" flipV="false" rot="0">
            <a:off x="13444325" y="2116601"/>
            <a:ext cx="2527153" cy="473267"/>
          </a:xfrm>
          <a:custGeom>
            <a:avLst/>
            <a:gdLst/>
            <a:ahLst/>
            <a:cxnLst/>
            <a:rect r="r" b="b" t="t" l="l"/>
            <a:pathLst>
              <a:path h="473267" w="2527153">
                <a:moveTo>
                  <a:pt x="0" y="0"/>
                </a:moveTo>
                <a:lnTo>
                  <a:pt x="2527153" y="0"/>
                </a:lnTo>
                <a:lnTo>
                  <a:pt x="2527153" y="473267"/>
                </a:lnTo>
                <a:lnTo>
                  <a:pt x="0" y="473267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-492117" y="9491219"/>
            <a:ext cx="20890750" cy="795754"/>
            <a:chOff x="0" y="0"/>
            <a:chExt cx="5502091" cy="209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502091" cy="209581"/>
            </a:xfrm>
            <a:custGeom>
              <a:avLst/>
              <a:gdLst/>
              <a:ahLst/>
              <a:cxnLst/>
              <a:rect r="r" b="b" t="t" l="l"/>
              <a:pathLst>
                <a:path h="209581" w="5502091">
                  <a:moveTo>
                    <a:pt x="0" y="0"/>
                  </a:moveTo>
                  <a:lnTo>
                    <a:pt x="5502091" y="0"/>
                  </a:lnTo>
                  <a:lnTo>
                    <a:pt x="5502091" y="209581"/>
                  </a:lnTo>
                  <a:lnTo>
                    <a:pt x="0" y="209581"/>
                  </a:lnTo>
                  <a:close/>
                </a:path>
              </a:pathLst>
            </a:custGeom>
            <a:solidFill>
              <a:srgbClr val="1818B7"/>
            </a:solidFill>
            <a:ln w="95250" cap="sq">
              <a:solidFill>
                <a:srgbClr val="1818B7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5502091" cy="26673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4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-1472912" y="9690672"/>
            <a:ext cx="20231838" cy="38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FEATURES  • FEATURES • FEATURES • FEATURES • FEATURES • FEATURES • FEATURES • FEATURES • FEATURES • FEATURES • FEATURES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404058" y="4104463"/>
            <a:ext cx="11216154" cy="374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2"/>
              </a:lnSpc>
              <a:spcBef>
                <a:spcPct val="0"/>
              </a:spcBef>
            </a:pPr>
            <a:r>
              <a:rPr lang="en-US" sz="2387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- A timer that is put at the top of the screen that takes roughly 25% of the user's current G to slow down progress.</a:t>
            </a:r>
          </a:p>
          <a:p>
            <a:pPr algn="l">
              <a:lnSpc>
                <a:spcPts val="3342"/>
              </a:lnSpc>
              <a:spcBef>
                <a:spcPct val="0"/>
              </a:spcBef>
            </a:pPr>
          </a:p>
          <a:p>
            <a:pPr algn="l">
              <a:lnSpc>
                <a:spcPts val="3342"/>
              </a:lnSpc>
              <a:spcBef>
                <a:spcPct val="0"/>
              </a:spcBef>
            </a:pPr>
            <a:r>
              <a:rPr lang="en-US" sz="2387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- An automatic save system that uses JSON files to store data, such as generator amounts, inflated prices, and the user's G.</a:t>
            </a:r>
          </a:p>
          <a:p>
            <a:pPr algn="l">
              <a:lnSpc>
                <a:spcPts val="3342"/>
              </a:lnSpc>
              <a:spcBef>
                <a:spcPct val="0"/>
              </a:spcBef>
            </a:pPr>
          </a:p>
          <a:p>
            <a:pPr algn="l">
              <a:lnSpc>
                <a:spcPts val="3342"/>
              </a:lnSpc>
              <a:spcBef>
                <a:spcPct val="0"/>
              </a:spcBef>
            </a:pPr>
            <a:r>
              <a:rPr lang="en-US" sz="2387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- A menu used to upgrade and fix generators, accessed via the "Generator Status" button.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old tech blank page"/>
          <p:cNvSpPr/>
          <p:nvPr/>
        </p:nvSpPr>
        <p:spPr>
          <a:xfrm flipH="false" flipV="false" rot="0">
            <a:off x="-1816736" y="-5817236"/>
            <a:ext cx="21921472" cy="21921472"/>
          </a:xfrm>
          <a:custGeom>
            <a:avLst/>
            <a:gdLst/>
            <a:ahLst/>
            <a:cxnLst/>
            <a:rect r="r" b="b" t="t" l="l"/>
            <a:pathLst>
              <a:path h="21921472" w="21921472">
                <a:moveTo>
                  <a:pt x="0" y="0"/>
                </a:moveTo>
                <a:lnTo>
                  <a:pt x="21921472" y="0"/>
                </a:lnTo>
                <a:lnTo>
                  <a:pt x="21921472" y="21921472"/>
                </a:lnTo>
                <a:lnTo>
                  <a:pt x="0" y="2192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94171" y="1839339"/>
            <a:ext cx="14235927" cy="6629441"/>
            <a:chOff x="0" y="0"/>
            <a:chExt cx="3749380" cy="1746026"/>
          </a:xfrm>
        </p:grpSpPr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749380" cy="1746026"/>
            </a:xfrm>
            <a:custGeom>
              <a:avLst/>
              <a:gdLst/>
              <a:ahLst/>
              <a:cxnLst/>
              <a:rect r="r" b="b" t="t" l="l"/>
              <a:pathLst>
                <a:path h="1746026" w="3749380">
                  <a:moveTo>
                    <a:pt x="0" y="0"/>
                  </a:moveTo>
                  <a:lnTo>
                    <a:pt x="3749380" y="0"/>
                  </a:lnTo>
                  <a:lnTo>
                    <a:pt x="3749380" y="1746026"/>
                  </a:lnTo>
                  <a:lnTo>
                    <a:pt x="0" y="1746026"/>
                  </a:lnTo>
                  <a:close/>
                </a:path>
              </a:pathLst>
            </a:custGeom>
            <a:solidFill>
              <a:srgbClr val="FEFF99"/>
            </a:solidFill>
            <a:ln w="95250" cap="sq">
              <a:solidFill>
                <a:srgbClr val="CCCCCC"/>
              </a:solidFill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49380" cy="1784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301375" y="0"/>
            <a:ext cx="20890750" cy="795754"/>
            <a:chOff x="0" y="0"/>
            <a:chExt cx="27854334" cy="106100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7854334" cy="1061005"/>
              <a:chOff x="0" y="0"/>
              <a:chExt cx="5502091" cy="20958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02091" cy="209581"/>
              </a:xfrm>
              <a:custGeom>
                <a:avLst/>
                <a:gdLst/>
                <a:ahLst/>
                <a:cxnLst/>
                <a:rect r="r" b="b" t="t" l="l"/>
                <a:pathLst>
                  <a:path h="209581" w="5502091">
                    <a:moveTo>
                      <a:pt x="0" y="0"/>
                    </a:moveTo>
                    <a:lnTo>
                      <a:pt x="5502091" y="0"/>
                    </a:lnTo>
                    <a:lnTo>
                      <a:pt x="5502091" y="209581"/>
                    </a:lnTo>
                    <a:lnTo>
                      <a:pt x="0" y="209581"/>
                    </a:lnTo>
                    <a:close/>
                  </a:path>
                </a:pathLst>
              </a:custGeom>
              <a:solidFill>
                <a:srgbClr val="1818B7"/>
              </a:solidFill>
              <a:ln w="95250" cap="sq">
                <a:solidFill>
                  <a:srgbClr val="1818B7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5502091" cy="266731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39275" y="269112"/>
              <a:ext cx="26975784" cy="513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99"/>
                </a:lnSpc>
              </a:pPr>
              <a:r>
                <a:rPr lang="en-US" sz="2499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FEATURES  • FEATURES • FEATURES • FEATURES • FEATURES • FEATURES • FEATURES • FEATURES • FEATURES • FEATURES • FEATURES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301375" y="9491219"/>
            <a:ext cx="20890750" cy="795781"/>
            <a:chOff x="0" y="0"/>
            <a:chExt cx="5502091" cy="2095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02091" cy="209588"/>
            </a:xfrm>
            <a:custGeom>
              <a:avLst/>
              <a:gdLst/>
              <a:ahLst/>
              <a:cxnLst/>
              <a:rect r="r" b="b" t="t" l="l"/>
              <a:pathLst>
                <a:path h="209588" w="5502091">
                  <a:moveTo>
                    <a:pt x="0" y="0"/>
                  </a:moveTo>
                  <a:lnTo>
                    <a:pt x="5502091" y="0"/>
                  </a:lnTo>
                  <a:lnTo>
                    <a:pt x="5502091" y="209588"/>
                  </a:lnTo>
                  <a:lnTo>
                    <a:pt x="0" y="209588"/>
                  </a:lnTo>
                  <a:close/>
                </a:path>
              </a:pathLst>
            </a:custGeom>
            <a:solidFill>
              <a:srgbClr val="1818B7"/>
            </a:solidFill>
            <a:ln w="95250" cap="sq">
              <a:solidFill>
                <a:srgbClr val="1818B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5502091" cy="26673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600318" y="4759728"/>
            <a:ext cx="1658982" cy="4147456"/>
            <a:chOff x="0" y="0"/>
            <a:chExt cx="2211976" cy="55299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105988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05988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05988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05988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05988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284474" y="4613333"/>
              <a:ext cx="749016" cy="727227"/>
            </a:xfrm>
            <a:custGeom>
              <a:avLst/>
              <a:gdLst/>
              <a:ahLst/>
              <a:cxnLst/>
              <a:rect r="r" b="b" t="t" l="l"/>
              <a:pathLst>
                <a:path h="727227" w="749016">
                  <a:moveTo>
                    <a:pt x="0" y="0"/>
                  </a:moveTo>
                  <a:lnTo>
                    <a:pt x="749016" y="0"/>
                  </a:lnTo>
                  <a:lnTo>
                    <a:pt x="749016" y="727227"/>
                  </a:lnTo>
                  <a:lnTo>
                    <a:pt x="0" y="7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6" id="26" descr="loading image"/>
          <p:cNvSpPr/>
          <p:nvPr/>
        </p:nvSpPr>
        <p:spPr>
          <a:xfrm flipH="false" flipV="false" rot="0">
            <a:off x="15235587" y="4383955"/>
            <a:ext cx="635693" cy="654740"/>
          </a:xfrm>
          <a:custGeom>
            <a:avLst/>
            <a:gdLst/>
            <a:ahLst/>
            <a:cxnLst/>
            <a:rect r="r" b="b" t="t" l="l"/>
            <a:pathLst>
              <a:path h="654740" w="635693">
                <a:moveTo>
                  <a:pt x="0" y="0"/>
                </a:moveTo>
                <a:lnTo>
                  <a:pt x="635692" y="0"/>
                </a:lnTo>
                <a:lnTo>
                  <a:pt x="635692" y="654740"/>
                </a:lnTo>
                <a:lnTo>
                  <a:pt x="0" y="65474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 descr="progress bar"/>
          <p:cNvSpPr/>
          <p:nvPr/>
        </p:nvSpPr>
        <p:spPr>
          <a:xfrm flipH="false" flipV="false" rot="0">
            <a:off x="13444325" y="2116601"/>
            <a:ext cx="2527153" cy="473267"/>
          </a:xfrm>
          <a:custGeom>
            <a:avLst/>
            <a:gdLst/>
            <a:ahLst/>
            <a:cxnLst/>
            <a:rect r="r" b="b" t="t" l="l"/>
            <a:pathLst>
              <a:path h="473267" w="2527153">
                <a:moveTo>
                  <a:pt x="0" y="0"/>
                </a:moveTo>
                <a:lnTo>
                  <a:pt x="2527153" y="0"/>
                </a:lnTo>
                <a:lnTo>
                  <a:pt x="2527153" y="473267"/>
                </a:lnTo>
                <a:lnTo>
                  <a:pt x="0" y="473267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-492117" y="9491219"/>
            <a:ext cx="20890750" cy="795754"/>
            <a:chOff x="0" y="0"/>
            <a:chExt cx="5502091" cy="20958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502091" cy="209581"/>
            </a:xfrm>
            <a:custGeom>
              <a:avLst/>
              <a:gdLst/>
              <a:ahLst/>
              <a:cxnLst/>
              <a:rect r="r" b="b" t="t" l="l"/>
              <a:pathLst>
                <a:path h="209581" w="5502091">
                  <a:moveTo>
                    <a:pt x="0" y="0"/>
                  </a:moveTo>
                  <a:lnTo>
                    <a:pt x="5502091" y="0"/>
                  </a:lnTo>
                  <a:lnTo>
                    <a:pt x="5502091" y="209581"/>
                  </a:lnTo>
                  <a:lnTo>
                    <a:pt x="0" y="209581"/>
                  </a:lnTo>
                  <a:close/>
                </a:path>
              </a:pathLst>
            </a:custGeom>
            <a:solidFill>
              <a:srgbClr val="1818B7"/>
            </a:solidFill>
            <a:ln w="95250" cap="sq">
              <a:solidFill>
                <a:srgbClr val="1818B7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5502091" cy="26673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49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5760775" y="1250653"/>
            <a:ext cx="3134026" cy="2626016"/>
          </a:xfrm>
          <a:custGeom>
            <a:avLst/>
            <a:gdLst/>
            <a:ahLst/>
            <a:cxnLst/>
            <a:rect r="r" b="b" t="t" l="l"/>
            <a:pathLst>
              <a:path h="2626016" w="3134026">
                <a:moveTo>
                  <a:pt x="0" y="0"/>
                </a:moveTo>
                <a:lnTo>
                  <a:pt x="3134026" y="0"/>
                </a:lnTo>
                <a:lnTo>
                  <a:pt x="3134026" y="2626016"/>
                </a:lnTo>
                <a:lnTo>
                  <a:pt x="0" y="262601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74843" y="7051104"/>
            <a:ext cx="4888996" cy="1055722"/>
          </a:xfrm>
          <a:custGeom>
            <a:avLst/>
            <a:gdLst/>
            <a:ahLst/>
            <a:cxnLst/>
            <a:rect r="r" b="b" t="t" l="l"/>
            <a:pathLst>
              <a:path h="1055722" w="4888996">
                <a:moveTo>
                  <a:pt x="0" y="0"/>
                </a:moveTo>
                <a:lnTo>
                  <a:pt x="4888996" y="0"/>
                </a:lnTo>
                <a:lnTo>
                  <a:pt x="4888996" y="1055721"/>
                </a:lnTo>
                <a:lnTo>
                  <a:pt x="0" y="105572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575511" y="1250653"/>
            <a:ext cx="3912816" cy="856240"/>
          </a:xfrm>
          <a:custGeom>
            <a:avLst/>
            <a:gdLst/>
            <a:ahLst/>
            <a:cxnLst/>
            <a:rect r="r" b="b" t="t" l="l"/>
            <a:pathLst>
              <a:path h="856240" w="3912816">
                <a:moveTo>
                  <a:pt x="0" y="0"/>
                </a:moveTo>
                <a:lnTo>
                  <a:pt x="3912817" y="0"/>
                </a:lnTo>
                <a:lnTo>
                  <a:pt x="3912817" y="856239"/>
                </a:lnTo>
                <a:lnTo>
                  <a:pt x="0" y="856239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88004" y="5072274"/>
            <a:ext cx="4788413" cy="1015724"/>
          </a:xfrm>
          <a:custGeom>
            <a:avLst/>
            <a:gdLst/>
            <a:ahLst/>
            <a:cxnLst/>
            <a:rect r="r" b="b" t="t" l="l"/>
            <a:pathLst>
              <a:path h="1015724" w="4788413">
                <a:moveTo>
                  <a:pt x="0" y="0"/>
                </a:moveTo>
                <a:lnTo>
                  <a:pt x="4788414" y="0"/>
                </a:lnTo>
                <a:lnTo>
                  <a:pt x="4788414" y="1015724"/>
                </a:lnTo>
                <a:lnTo>
                  <a:pt x="0" y="101572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570657" y="2887942"/>
            <a:ext cx="3922525" cy="1085479"/>
          </a:xfrm>
          <a:custGeom>
            <a:avLst/>
            <a:gdLst/>
            <a:ahLst/>
            <a:cxnLst/>
            <a:rect r="r" b="b" t="t" l="l"/>
            <a:pathLst>
              <a:path h="1085479" w="3922525">
                <a:moveTo>
                  <a:pt x="0" y="0"/>
                </a:moveTo>
                <a:lnTo>
                  <a:pt x="3922525" y="0"/>
                </a:lnTo>
                <a:lnTo>
                  <a:pt x="3922525" y="1085479"/>
                </a:lnTo>
                <a:lnTo>
                  <a:pt x="0" y="1085479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-7842" t="-126216" r="-530582" b="-1071492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0" y="3951445"/>
            <a:ext cx="5063839" cy="69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Generator Status in menu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(No electricity)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5078786" y="4277893"/>
            <a:ext cx="7866697" cy="481835"/>
          </a:xfrm>
          <a:custGeom>
            <a:avLst/>
            <a:gdLst/>
            <a:ahLst/>
            <a:cxnLst/>
            <a:rect r="r" b="b" t="t" l="l"/>
            <a:pathLst>
              <a:path h="481835" w="7866697">
                <a:moveTo>
                  <a:pt x="0" y="0"/>
                </a:moveTo>
                <a:lnTo>
                  <a:pt x="7866697" y="0"/>
                </a:lnTo>
                <a:lnTo>
                  <a:pt x="7866697" y="481835"/>
                </a:lnTo>
                <a:lnTo>
                  <a:pt x="0" y="481835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7946722" y="5490032"/>
            <a:ext cx="2528154" cy="2646758"/>
          </a:xfrm>
          <a:custGeom>
            <a:avLst/>
            <a:gdLst/>
            <a:ahLst/>
            <a:cxnLst/>
            <a:rect r="r" b="b" t="t" l="l"/>
            <a:pathLst>
              <a:path h="2646758" w="2528154">
                <a:moveTo>
                  <a:pt x="0" y="0"/>
                </a:moveTo>
                <a:lnTo>
                  <a:pt x="2528154" y="0"/>
                </a:lnTo>
                <a:lnTo>
                  <a:pt x="2528154" y="2646758"/>
                </a:lnTo>
                <a:lnTo>
                  <a:pt x="0" y="2646758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-1472912" y="9690672"/>
            <a:ext cx="20231838" cy="38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FEATURES  • FEATURES • FEATURES • FEATURES • FEATURES • FEATURES • FEATURES • FEATURES • FEATURES • FEATURES • FEATURES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858332" y="3865747"/>
            <a:ext cx="5273712" cy="33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Example Generator Fix Minigame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0" y="6049898"/>
            <a:ext cx="5063839" cy="69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Generator Status in menu (Broken)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0" y="8103629"/>
            <a:ext cx="5063839" cy="69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Generator Status in menu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(Not bought yet)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0" y="2068792"/>
            <a:ext cx="5063839" cy="69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Generator Status in menu (Running)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507144" y="4721628"/>
            <a:ext cx="5273712" cy="69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Electricity status in menu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(No electricity)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748610" y="8174890"/>
            <a:ext cx="5273712" cy="69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Electricity Fix minigame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(Memory Game)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old tech blank page"/>
          <p:cNvSpPr/>
          <p:nvPr/>
        </p:nvSpPr>
        <p:spPr>
          <a:xfrm flipH="false" flipV="false" rot="0">
            <a:off x="-1816736" y="-5817236"/>
            <a:ext cx="21921472" cy="21921472"/>
          </a:xfrm>
          <a:custGeom>
            <a:avLst/>
            <a:gdLst/>
            <a:ahLst/>
            <a:cxnLst/>
            <a:rect r="r" b="b" t="t" l="l"/>
            <a:pathLst>
              <a:path h="21921472" w="21921472">
                <a:moveTo>
                  <a:pt x="0" y="0"/>
                </a:moveTo>
                <a:lnTo>
                  <a:pt x="21921472" y="0"/>
                </a:lnTo>
                <a:lnTo>
                  <a:pt x="21921472" y="21921472"/>
                </a:lnTo>
                <a:lnTo>
                  <a:pt x="0" y="2192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94171" y="1839339"/>
            <a:ext cx="14235927" cy="6629441"/>
            <a:chOff x="0" y="0"/>
            <a:chExt cx="3749380" cy="1746026"/>
          </a:xfrm>
        </p:grpSpPr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749380" cy="1746026"/>
            </a:xfrm>
            <a:custGeom>
              <a:avLst/>
              <a:gdLst/>
              <a:ahLst/>
              <a:cxnLst/>
              <a:rect r="r" b="b" t="t" l="l"/>
              <a:pathLst>
                <a:path h="1746026" w="3749380">
                  <a:moveTo>
                    <a:pt x="0" y="0"/>
                  </a:moveTo>
                  <a:lnTo>
                    <a:pt x="3749380" y="0"/>
                  </a:lnTo>
                  <a:lnTo>
                    <a:pt x="3749380" y="1746026"/>
                  </a:lnTo>
                  <a:lnTo>
                    <a:pt x="0" y="1746026"/>
                  </a:lnTo>
                  <a:close/>
                </a:path>
              </a:pathLst>
            </a:custGeom>
            <a:solidFill>
              <a:srgbClr val="FEFF99"/>
            </a:solidFill>
            <a:ln w="95250" cap="sq">
              <a:solidFill>
                <a:srgbClr val="CCCCCC"/>
              </a:solidFill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49380" cy="1784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301375" y="0"/>
            <a:ext cx="20890750" cy="795754"/>
            <a:chOff x="0" y="0"/>
            <a:chExt cx="27854334" cy="106100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7854334" cy="1061005"/>
              <a:chOff x="0" y="0"/>
              <a:chExt cx="5502091" cy="20958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02091" cy="209581"/>
              </a:xfrm>
              <a:custGeom>
                <a:avLst/>
                <a:gdLst/>
                <a:ahLst/>
                <a:cxnLst/>
                <a:rect r="r" b="b" t="t" l="l"/>
                <a:pathLst>
                  <a:path h="209581" w="5502091">
                    <a:moveTo>
                      <a:pt x="0" y="0"/>
                    </a:moveTo>
                    <a:lnTo>
                      <a:pt x="5502091" y="0"/>
                    </a:lnTo>
                    <a:lnTo>
                      <a:pt x="5502091" y="209581"/>
                    </a:lnTo>
                    <a:lnTo>
                      <a:pt x="0" y="209581"/>
                    </a:lnTo>
                    <a:close/>
                  </a:path>
                </a:pathLst>
              </a:custGeom>
              <a:solidFill>
                <a:srgbClr val="1818B7"/>
              </a:solidFill>
              <a:ln w="95250" cap="sq">
                <a:solidFill>
                  <a:srgbClr val="1818B7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5502091" cy="266731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39275" y="269112"/>
              <a:ext cx="26975784" cy="513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99"/>
                </a:lnSpc>
              </a:pPr>
              <a:r>
                <a:rPr lang="en-US" sz="2499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FEATURES  • FEATURES • FEATURES • FEATURES • FEATURES • FEATURES • FEATURES • FEATURES • FEATURES • FEATURES • FEATURES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301375" y="9491219"/>
            <a:ext cx="20890750" cy="795781"/>
            <a:chOff x="0" y="0"/>
            <a:chExt cx="5502091" cy="2095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02091" cy="209588"/>
            </a:xfrm>
            <a:custGeom>
              <a:avLst/>
              <a:gdLst/>
              <a:ahLst/>
              <a:cxnLst/>
              <a:rect r="r" b="b" t="t" l="l"/>
              <a:pathLst>
                <a:path h="209588" w="5502091">
                  <a:moveTo>
                    <a:pt x="0" y="0"/>
                  </a:moveTo>
                  <a:lnTo>
                    <a:pt x="5502091" y="0"/>
                  </a:lnTo>
                  <a:lnTo>
                    <a:pt x="5502091" y="209588"/>
                  </a:lnTo>
                  <a:lnTo>
                    <a:pt x="0" y="209588"/>
                  </a:lnTo>
                  <a:close/>
                </a:path>
              </a:pathLst>
            </a:custGeom>
            <a:solidFill>
              <a:srgbClr val="1818B7"/>
            </a:solidFill>
            <a:ln w="95250" cap="sq">
              <a:solidFill>
                <a:srgbClr val="1818B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5502091" cy="26673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600318" y="4759728"/>
            <a:ext cx="1658982" cy="4147456"/>
            <a:chOff x="0" y="0"/>
            <a:chExt cx="2211976" cy="55299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105988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05988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05988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05988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05988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284474" y="4613333"/>
              <a:ext cx="749016" cy="727227"/>
            </a:xfrm>
            <a:custGeom>
              <a:avLst/>
              <a:gdLst/>
              <a:ahLst/>
              <a:cxnLst/>
              <a:rect r="r" b="b" t="t" l="l"/>
              <a:pathLst>
                <a:path h="727227" w="749016">
                  <a:moveTo>
                    <a:pt x="0" y="0"/>
                  </a:moveTo>
                  <a:lnTo>
                    <a:pt x="749016" y="0"/>
                  </a:lnTo>
                  <a:lnTo>
                    <a:pt x="749016" y="727227"/>
                  </a:lnTo>
                  <a:lnTo>
                    <a:pt x="0" y="7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6" id="26" descr="loading image"/>
          <p:cNvSpPr/>
          <p:nvPr/>
        </p:nvSpPr>
        <p:spPr>
          <a:xfrm flipH="false" flipV="false" rot="0">
            <a:off x="15235587" y="4383955"/>
            <a:ext cx="635693" cy="654740"/>
          </a:xfrm>
          <a:custGeom>
            <a:avLst/>
            <a:gdLst/>
            <a:ahLst/>
            <a:cxnLst/>
            <a:rect r="r" b="b" t="t" l="l"/>
            <a:pathLst>
              <a:path h="654740" w="635693">
                <a:moveTo>
                  <a:pt x="0" y="0"/>
                </a:moveTo>
                <a:lnTo>
                  <a:pt x="635692" y="0"/>
                </a:lnTo>
                <a:lnTo>
                  <a:pt x="635692" y="654740"/>
                </a:lnTo>
                <a:lnTo>
                  <a:pt x="0" y="65474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-492117" y="9491219"/>
            <a:ext cx="20890750" cy="795754"/>
            <a:chOff x="0" y="0"/>
            <a:chExt cx="5502091" cy="2095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02091" cy="209581"/>
            </a:xfrm>
            <a:custGeom>
              <a:avLst/>
              <a:gdLst/>
              <a:ahLst/>
              <a:cxnLst/>
              <a:rect r="r" b="b" t="t" l="l"/>
              <a:pathLst>
                <a:path h="209581" w="5502091">
                  <a:moveTo>
                    <a:pt x="0" y="0"/>
                  </a:moveTo>
                  <a:lnTo>
                    <a:pt x="5502091" y="0"/>
                  </a:lnTo>
                  <a:lnTo>
                    <a:pt x="5502091" y="209581"/>
                  </a:lnTo>
                  <a:lnTo>
                    <a:pt x="0" y="209581"/>
                  </a:lnTo>
                  <a:close/>
                </a:path>
              </a:pathLst>
            </a:custGeom>
            <a:solidFill>
              <a:srgbClr val="1818B7"/>
            </a:solidFill>
            <a:ln w="95250" cap="sq">
              <a:solidFill>
                <a:srgbClr val="1818B7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5502091" cy="26673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49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2471463" y="1567201"/>
            <a:ext cx="12343087" cy="6942987"/>
          </a:xfrm>
          <a:custGeom>
            <a:avLst/>
            <a:gdLst/>
            <a:ahLst/>
            <a:cxnLst/>
            <a:rect r="r" b="b" t="t" l="l"/>
            <a:pathLst>
              <a:path h="6942987" w="12343087">
                <a:moveTo>
                  <a:pt x="0" y="0"/>
                </a:moveTo>
                <a:lnTo>
                  <a:pt x="12343087" y="0"/>
                </a:lnTo>
                <a:lnTo>
                  <a:pt x="12343087" y="6942987"/>
                </a:lnTo>
                <a:lnTo>
                  <a:pt x="0" y="6942987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-1472912" y="9690672"/>
            <a:ext cx="20231838" cy="38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FEATURES  • FEATURES • FEATURES • FEATURES • FEATURES • FEATURES • FEATURES • FEATURES • FEATURES • FEATURES • FEATURES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148242" y="8590754"/>
            <a:ext cx="11301259" cy="41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Shop Menu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old tech blank page"/>
          <p:cNvSpPr/>
          <p:nvPr/>
        </p:nvSpPr>
        <p:spPr>
          <a:xfrm flipH="false" flipV="false" rot="0">
            <a:off x="-1816736" y="-5817236"/>
            <a:ext cx="21921472" cy="21921472"/>
          </a:xfrm>
          <a:custGeom>
            <a:avLst/>
            <a:gdLst/>
            <a:ahLst/>
            <a:cxnLst/>
            <a:rect r="r" b="b" t="t" l="l"/>
            <a:pathLst>
              <a:path h="21921472" w="21921472">
                <a:moveTo>
                  <a:pt x="0" y="0"/>
                </a:moveTo>
                <a:lnTo>
                  <a:pt x="21921472" y="0"/>
                </a:lnTo>
                <a:lnTo>
                  <a:pt x="21921472" y="21921472"/>
                </a:lnTo>
                <a:lnTo>
                  <a:pt x="0" y="2192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94171" y="1839339"/>
            <a:ext cx="14235927" cy="6629441"/>
            <a:chOff x="0" y="0"/>
            <a:chExt cx="3749380" cy="1746026"/>
          </a:xfrm>
        </p:grpSpPr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749380" cy="1746026"/>
            </a:xfrm>
            <a:custGeom>
              <a:avLst/>
              <a:gdLst/>
              <a:ahLst/>
              <a:cxnLst/>
              <a:rect r="r" b="b" t="t" l="l"/>
              <a:pathLst>
                <a:path h="1746026" w="3749380">
                  <a:moveTo>
                    <a:pt x="0" y="0"/>
                  </a:moveTo>
                  <a:lnTo>
                    <a:pt x="3749380" y="0"/>
                  </a:lnTo>
                  <a:lnTo>
                    <a:pt x="3749380" y="1746026"/>
                  </a:lnTo>
                  <a:lnTo>
                    <a:pt x="0" y="1746026"/>
                  </a:lnTo>
                  <a:close/>
                </a:path>
              </a:pathLst>
            </a:custGeom>
            <a:solidFill>
              <a:srgbClr val="FEFF99"/>
            </a:solidFill>
            <a:ln w="95250" cap="sq">
              <a:solidFill>
                <a:srgbClr val="CCCCCC"/>
              </a:solidFill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49380" cy="1784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301375" y="0"/>
            <a:ext cx="20890750" cy="795754"/>
            <a:chOff x="0" y="0"/>
            <a:chExt cx="27854334" cy="106100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7854334" cy="1061005"/>
              <a:chOff x="0" y="0"/>
              <a:chExt cx="5502091" cy="20958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02091" cy="209581"/>
              </a:xfrm>
              <a:custGeom>
                <a:avLst/>
                <a:gdLst/>
                <a:ahLst/>
                <a:cxnLst/>
                <a:rect r="r" b="b" t="t" l="l"/>
                <a:pathLst>
                  <a:path h="209581" w="5502091">
                    <a:moveTo>
                      <a:pt x="0" y="0"/>
                    </a:moveTo>
                    <a:lnTo>
                      <a:pt x="5502091" y="0"/>
                    </a:lnTo>
                    <a:lnTo>
                      <a:pt x="5502091" y="209581"/>
                    </a:lnTo>
                    <a:lnTo>
                      <a:pt x="0" y="209581"/>
                    </a:lnTo>
                    <a:close/>
                  </a:path>
                </a:pathLst>
              </a:custGeom>
              <a:solidFill>
                <a:srgbClr val="1818B7"/>
              </a:solidFill>
              <a:ln w="95250" cap="sq">
                <a:solidFill>
                  <a:srgbClr val="1818B7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5502091" cy="266731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39275" y="269112"/>
              <a:ext cx="26975784" cy="513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99"/>
                </a:lnSpc>
              </a:pPr>
              <a:r>
                <a:rPr lang="en-US" sz="2499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FEATURES  • FEATURES • FEATURES • FEATURES • FEATURES • FEATURES • FEATURES • FEATURES • FEATURES • FEATURES • FEATURES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301375" y="9491219"/>
            <a:ext cx="20890750" cy="795781"/>
            <a:chOff x="0" y="0"/>
            <a:chExt cx="5502091" cy="2095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02091" cy="209588"/>
            </a:xfrm>
            <a:custGeom>
              <a:avLst/>
              <a:gdLst/>
              <a:ahLst/>
              <a:cxnLst/>
              <a:rect r="r" b="b" t="t" l="l"/>
              <a:pathLst>
                <a:path h="209588" w="5502091">
                  <a:moveTo>
                    <a:pt x="0" y="0"/>
                  </a:moveTo>
                  <a:lnTo>
                    <a:pt x="5502091" y="0"/>
                  </a:lnTo>
                  <a:lnTo>
                    <a:pt x="5502091" y="209588"/>
                  </a:lnTo>
                  <a:lnTo>
                    <a:pt x="0" y="209588"/>
                  </a:lnTo>
                  <a:close/>
                </a:path>
              </a:pathLst>
            </a:custGeom>
            <a:solidFill>
              <a:srgbClr val="1818B7"/>
            </a:solidFill>
            <a:ln w="95250" cap="sq">
              <a:solidFill>
                <a:srgbClr val="1818B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5502091" cy="26673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600318" y="4759728"/>
            <a:ext cx="1658982" cy="4147456"/>
            <a:chOff x="0" y="0"/>
            <a:chExt cx="2211976" cy="55299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105988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05988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05988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05988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05988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284474" y="4613333"/>
              <a:ext cx="749016" cy="727227"/>
            </a:xfrm>
            <a:custGeom>
              <a:avLst/>
              <a:gdLst/>
              <a:ahLst/>
              <a:cxnLst/>
              <a:rect r="r" b="b" t="t" l="l"/>
              <a:pathLst>
                <a:path h="727227" w="749016">
                  <a:moveTo>
                    <a:pt x="0" y="0"/>
                  </a:moveTo>
                  <a:lnTo>
                    <a:pt x="749016" y="0"/>
                  </a:lnTo>
                  <a:lnTo>
                    <a:pt x="749016" y="727227"/>
                  </a:lnTo>
                  <a:lnTo>
                    <a:pt x="0" y="7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6" id="26" descr="loading image"/>
          <p:cNvSpPr/>
          <p:nvPr/>
        </p:nvSpPr>
        <p:spPr>
          <a:xfrm flipH="false" flipV="false" rot="0">
            <a:off x="15235587" y="4383955"/>
            <a:ext cx="635693" cy="654740"/>
          </a:xfrm>
          <a:custGeom>
            <a:avLst/>
            <a:gdLst/>
            <a:ahLst/>
            <a:cxnLst/>
            <a:rect r="r" b="b" t="t" l="l"/>
            <a:pathLst>
              <a:path h="654740" w="635693">
                <a:moveTo>
                  <a:pt x="0" y="0"/>
                </a:moveTo>
                <a:lnTo>
                  <a:pt x="635692" y="0"/>
                </a:lnTo>
                <a:lnTo>
                  <a:pt x="635692" y="654740"/>
                </a:lnTo>
                <a:lnTo>
                  <a:pt x="0" y="65474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-492117" y="9491219"/>
            <a:ext cx="20890750" cy="795754"/>
            <a:chOff x="0" y="0"/>
            <a:chExt cx="5502091" cy="2095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02091" cy="209581"/>
            </a:xfrm>
            <a:custGeom>
              <a:avLst/>
              <a:gdLst/>
              <a:ahLst/>
              <a:cxnLst/>
              <a:rect r="r" b="b" t="t" l="l"/>
              <a:pathLst>
                <a:path h="209581" w="5502091">
                  <a:moveTo>
                    <a:pt x="0" y="0"/>
                  </a:moveTo>
                  <a:lnTo>
                    <a:pt x="5502091" y="0"/>
                  </a:lnTo>
                  <a:lnTo>
                    <a:pt x="5502091" y="209581"/>
                  </a:lnTo>
                  <a:lnTo>
                    <a:pt x="0" y="209581"/>
                  </a:lnTo>
                  <a:close/>
                </a:path>
              </a:pathLst>
            </a:custGeom>
            <a:solidFill>
              <a:srgbClr val="1818B7"/>
            </a:solidFill>
            <a:ln w="95250" cap="sq">
              <a:solidFill>
                <a:srgbClr val="1818B7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5502091" cy="26673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49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2763747" y="1748729"/>
            <a:ext cx="12070248" cy="6789514"/>
          </a:xfrm>
          <a:custGeom>
            <a:avLst/>
            <a:gdLst/>
            <a:ahLst/>
            <a:cxnLst/>
            <a:rect r="r" b="b" t="t" l="l"/>
            <a:pathLst>
              <a:path h="6789514" w="12070248">
                <a:moveTo>
                  <a:pt x="0" y="0"/>
                </a:moveTo>
                <a:lnTo>
                  <a:pt x="12070248" y="0"/>
                </a:lnTo>
                <a:lnTo>
                  <a:pt x="12070248" y="6789515"/>
                </a:lnTo>
                <a:lnTo>
                  <a:pt x="0" y="67895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-1472912" y="9690672"/>
            <a:ext cx="20231838" cy="38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FEATURES  • FEATURES • FEATURES • FEATURES • FEATURES • FEATURES • FEATURES • FEATURES • FEATURES • FEATURES • FEATURES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148242" y="8590754"/>
            <a:ext cx="11301259" cy="41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Upgrade Menu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old tech blank page"/>
          <p:cNvSpPr/>
          <p:nvPr/>
        </p:nvSpPr>
        <p:spPr>
          <a:xfrm flipH="false" flipV="false" rot="0">
            <a:off x="-1816736" y="-5817236"/>
            <a:ext cx="21921472" cy="21921472"/>
          </a:xfrm>
          <a:custGeom>
            <a:avLst/>
            <a:gdLst/>
            <a:ahLst/>
            <a:cxnLst/>
            <a:rect r="r" b="b" t="t" l="l"/>
            <a:pathLst>
              <a:path h="21921472" w="21921472">
                <a:moveTo>
                  <a:pt x="0" y="0"/>
                </a:moveTo>
                <a:lnTo>
                  <a:pt x="21921472" y="0"/>
                </a:lnTo>
                <a:lnTo>
                  <a:pt x="21921472" y="21921472"/>
                </a:lnTo>
                <a:lnTo>
                  <a:pt x="0" y="2192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94171" y="1839339"/>
            <a:ext cx="14235927" cy="6629441"/>
            <a:chOff x="0" y="0"/>
            <a:chExt cx="3749380" cy="1746026"/>
          </a:xfrm>
        </p:grpSpPr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749380" cy="1746026"/>
            </a:xfrm>
            <a:custGeom>
              <a:avLst/>
              <a:gdLst/>
              <a:ahLst/>
              <a:cxnLst/>
              <a:rect r="r" b="b" t="t" l="l"/>
              <a:pathLst>
                <a:path h="1746026" w="3749380">
                  <a:moveTo>
                    <a:pt x="0" y="0"/>
                  </a:moveTo>
                  <a:lnTo>
                    <a:pt x="3749380" y="0"/>
                  </a:lnTo>
                  <a:lnTo>
                    <a:pt x="3749380" y="1746026"/>
                  </a:lnTo>
                  <a:lnTo>
                    <a:pt x="0" y="1746026"/>
                  </a:lnTo>
                  <a:close/>
                </a:path>
              </a:pathLst>
            </a:custGeom>
            <a:solidFill>
              <a:srgbClr val="FEFF99"/>
            </a:solidFill>
            <a:ln w="95250" cap="sq">
              <a:solidFill>
                <a:srgbClr val="CCCCCC"/>
              </a:solidFill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49380" cy="1784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301375" y="0"/>
            <a:ext cx="20890750" cy="795754"/>
            <a:chOff x="0" y="0"/>
            <a:chExt cx="27854334" cy="106100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7854334" cy="1061005"/>
              <a:chOff x="0" y="0"/>
              <a:chExt cx="5502091" cy="20958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02091" cy="209581"/>
              </a:xfrm>
              <a:custGeom>
                <a:avLst/>
                <a:gdLst/>
                <a:ahLst/>
                <a:cxnLst/>
                <a:rect r="r" b="b" t="t" l="l"/>
                <a:pathLst>
                  <a:path h="209581" w="5502091">
                    <a:moveTo>
                      <a:pt x="0" y="0"/>
                    </a:moveTo>
                    <a:lnTo>
                      <a:pt x="5502091" y="0"/>
                    </a:lnTo>
                    <a:lnTo>
                      <a:pt x="5502091" y="209581"/>
                    </a:lnTo>
                    <a:lnTo>
                      <a:pt x="0" y="209581"/>
                    </a:lnTo>
                    <a:close/>
                  </a:path>
                </a:pathLst>
              </a:custGeom>
              <a:solidFill>
                <a:srgbClr val="1818B7"/>
              </a:solidFill>
              <a:ln w="95250" cap="sq">
                <a:solidFill>
                  <a:srgbClr val="1818B7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5502091" cy="266731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39275" y="269112"/>
              <a:ext cx="26975784" cy="513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99"/>
                </a:lnSpc>
              </a:pPr>
              <a:r>
                <a:rPr lang="en-US" sz="2499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FEATURES  • FEATURES • FEATURES • FEATURES • FEATURES • FEATURES • FEATURES • FEATURES • FEATURES • FEATURES • FEATURES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301375" y="9491219"/>
            <a:ext cx="20890750" cy="795781"/>
            <a:chOff x="0" y="0"/>
            <a:chExt cx="5502091" cy="2095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02091" cy="209588"/>
            </a:xfrm>
            <a:custGeom>
              <a:avLst/>
              <a:gdLst/>
              <a:ahLst/>
              <a:cxnLst/>
              <a:rect r="r" b="b" t="t" l="l"/>
              <a:pathLst>
                <a:path h="209588" w="5502091">
                  <a:moveTo>
                    <a:pt x="0" y="0"/>
                  </a:moveTo>
                  <a:lnTo>
                    <a:pt x="5502091" y="0"/>
                  </a:lnTo>
                  <a:lnTo>
                    <a:pt x="5502091" y="209588"/>
                  </a:lnTo>
                  <a:lnTo>
                    <a:pt x="0" y="209588"/>
                  </a:lnTo>
                  <a:close/>
                </a:path>
              </a:pathLst>
            </a:custGeom>
            <a:solidFill>
              <a:srgbClr val="1818B7"/>
            </a:solidFill>
            <a:ln w="95250" cap="sq">
              <a:solidFill>
                <a:srgbClr val="1818B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5502091" cy="26673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600318" y="4759728"/>
            <a:ext cx="1658982" cy="4147456"/>
            <a:chOff x="0" y="0"/>
            <a:chExt cx="2211976" cy="55299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105988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05988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05988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05988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05988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284474" y="4613333"/>
              <a:ext cx="749016" cy="727227"/>
            </a:xfrm>
            <a:custGeom>
              <a:avLst/>
              <a:gdLst/>
              <a:ahLst/>
              <a:cxnLst/>
              <a:rect r="r" b="b" t="t" l="l"/>
              <a:pathLst>
                <a:path h="727227" w="749016">
                  <a:moveTo>
                    <a:pt x="0" y="0"/>
                  </a:moveTo>
                  <a:lnTo>
                    <a:pt x="749016" y="0"/>
                  </a:lnTo>
                  <a:lnTo>
                    <a:pt x="749016" y="727227"/>
                  </a:lnTo>
                  <a:lnTo>
                    <a:pt x="0" y="7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6" id="26" descr="loading image"/>
          <p:cNvSpPr/>
          <p:nvPr/>
        </p:nvSpPr>
        <p:spPr>
          <a:xfrm flipH="false" flipV="false" rot="0">
            <a:off x="15235587" y="4383955"/>
            <a:ext cx="635693" cy="654740"/>
          </a:xfrm>
          <a:custGeom>
            <a:avLst/>
            <a:gdLst/>
            <a:ahLst/>
            <a:cxnLst/>
            <a:rect r="r" b="b" t="t" l="l"/>
            <a:pathLst>
              <a:path h="654740" w="635693">
                <a:moveTo>
                  <a:pt x="0" y="0"/>
                </a:moveTo>
                <a:lnTo>
                  <a:pt x="635692" y="0"/>
                </a:lnTo>
                <a:lnTo>
                  <a:pt x="635692" y="654740"/>
                </a:lnTo>
                <a:lnTo>
                  <a:pt x="0" y="65474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-492117" y="9491219"/>
            <a:ext cx="20890750" cy="795754"/>
            <a:chOff x="0" y="0"/>
            <a:chExt cx="5502091" cy="2095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02091" cy="209581"/>
            </a:xfrm>
            <a:custGeom>
              <a:avLst/>
              <a:gdLst/>
              <a:ahLst/>
              <a:cxnLst/>
              <a:rect r="r" b="b" t="t" l="l"/>
              <a:pathLst>
                <a:path h="209581" w="5502091">
                  <a:moveTo>
                    <a:pt x="0" y="0"/>
                  </a:moveTo>
                  <a:lnTo>
                    <a:pt x="5502091" y="0"/>
                  </a:lnTo>
                  <a:lnTo>
                    <a:pt x="5502091" y="209581"/>
                  </a:lnTo>
                  <a:lnTo>
                    <a:pt x="0" y="209581"/>
                  </a:lnTo>
                  <a:close/>
                </a:path>
              </a:pathLst>
            </a:custGeom>
            <a:solidFill>
              <a:srgbClr val="1818B7"/>
            </a:solidFill>
            <a:ln w="95250" cap="sq">
              <a:solidFill>
                <a:srgbClr val="1818B7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5502091" cy="26673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49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5857415" y="2452118"/>
            <a:ext cx="6573171" cy="5591715"/>
          </a:xfrm>
          <a:custGeom>
            <a:avLst/>
            <a:gdLst/>
            <a:ahLst/>
            <a:cxnLst/>
            <a:rect r="r" b="b" t="t" l="l"/>
            <a:pathLst>
              <a:path h="5591715" w="6573171">
                <a:moveTo>
                  <a:pt x="0" y="0"/>
                </a:moveTo>
                <a:lnTo>
                  <a:pt x="6573170" y="0"/>
                </a:lnTo>
                <a:lnTo>
                  <a:pt x="6573170" y="5591715"/>
                </a:lnTo>
                <a:lnTo>
                  <a:pt x="0" y="55917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-1472912" y="9690672"/>
            <a:ext cx="20231838" cy="38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FEATURES  • FEATURES • FEATURES • FEATURES • FEATURES • FEATURES • FEATURES • FEATURES • FEATURES • FEATURES • FEATURES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361505" y="8430681"/>
            <a:ext cx="11301259" cy="41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Settings Menu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old tech blank page"/>
          <p:cNvSpPr/>
          <p:nvPr/>
        </p:nvSpPr>
        <p:spPr>
          <a:xfrm flipH="false" flipV="false" rot="0">
            <a:off x="-1816736" y="-5817236"/>
            <a:ext cx="21921472" cy="21921472"/>
          </a:xfrm>
          <a:custGeom>
            <a:avLst/>
            <a:gdLst/>
            <a:ahLst/>
            <a:cxnLst/>
            <a:rect r="r" b="b" t="t" l="l"/>
            <a:pathLst>
              <a:path h="21921472" w="21921472">
                <a:moveTo>
                  <a:pt x="0" y="0"/>
                </a:moveTo>
                <a:lnTo>
                  <a:pt x="21921472" y="0"/>
                </a:lnTo>
                <a:lnTo>
                  <a:pt x="21921472" y="21921472"/>
                </a:lnTo>
                <a:lnTo>
                  <a:pt x="0" y="2192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94171" y="1839339"/>
            <a:ext cx="14235927" cy="6629441"/>
            <a:chOff x="0" y="0"/>
            <a:chExt cx="3749380" cy="1746026"/>
          </a:xfrm>
        </p:grpSpPr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749380" cy="1746026"/>
            </a:xfrm>
            <a:custGeom>
              <a:avLst/>
              <a:gdLst/>
              <a:ahLst/>
              <a:cxnLst/>
              <a:rect r="r" b="b" t="t" l="l"/>
              <a:pathLst>
                <a:path h="1746026" w="3749380">
                  <a:moveTo>
                    <a:pt x="0" y="0"/>
                  </a:moveTo>
                  <a:lnTo>
                    <a:pt x="3749380" y="0"/>
                  </a:lnTo>
                  <a:lnTo>
                    <a:pt x="3749380" y="1746026"/>
                  </a:lnTo>
                  <a:lnTo>
                    <a:pt x="0" y="1746026"/>
                  </a:lnTo>
                  <a:close/>
                </a:path>
              </a:pathLst>
            </a:custGeom>
            <a:solidFill>
              <a:srgbClr val="FEFF99"/>
            </a:solidFill>
            <a:ln w="95250" cap="sq">
              <a:solidFill>
                <a:srgbClr val="CCCCCC"/>
              </a:solidFill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49380" cy="1784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301375" y="0"/>
            <a:ext cx="20890750" cy="795754"/>
            <a:chOff x="0" y="0"/>
            <a:chExt cx="27854334" cy="106100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7854334" cy="1061005"/>
              <a:chOff x="0" y="0"/>
              <a:chExt cx="5502091" cy="20958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02091" cy="209581"/>
              </a:xfrm>
              <a:custGeom>
                <a:avLst/>
                <a:gdLst/>
                <a:ahLst/>
                <a:cxnLst/>
                <a:rect r="r" b="b" t="t" l="l"/>
                <a:pathLst>
                  <a:path h="209581" w="5502091">
                    <a:moveTo>
                      <a:pt x="0" y="0"/>
                    </a:moveTo>
                    <a:lnTo>
                      <a:pt x="5502091" y="0"/>
                    </a:lnTo>
                    <a:lnTo>
                      <a:pt x="5502091" y="209581"/>
                    </a:lnTo>
                    <a:lnTo>
                      <a:pt x="0" y="209581"/>
                    </a:lnTo>
                    <a:close/>
                  </a:path>
                </a:pathLst>
              </a:custGeom>
              <a:solidFill>
                <a:srgbClr val="1818B7"/>
              </a:solidFill>
              <a:ln w="95250" cap="sq">
                <a:solidFill>
                  <a:srgbClr val="1818B7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5502091" cy="266731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39275" y="269112"/>
              <a:ext cx="26975784" cy="513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99"/>
                </a:lnSpc>
              </a:pPr>
              <a:r>
                <a:rPr lang="en-US" sz="2499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FEATURES  • FEATURES • FEATURES • FEATURES • FEATURES • FEATURES • FEATURES • FEATURES • FEATURES • FEATURES • FEATURES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301375" y="9491219"/>
            <a:ext cx="20890750" cy="795781"/>
            <a:chOff x="0" y="0"/>
            <a:chExt cx="5502091" cy="2095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02091" cy="209588"/>
            </a:xfrm>
            <a:custGeom>
              <a:avLst/>
              <a:gdLst/>
              <a:ahLst/>
              <a:cxnLst/>
              <a:rect r="r" b="b" t="t" l="l"/>
              <a:pathLst>
                <a:path h="209588" w="5502091">
                  <a:moveTo>
                    <a:pt x="0" y="0"/>
                  </a:moveTo>
                  <a:lnTo>
                    <a:pt x="5502091" y="0"/>
                  </a:lnTo>
                  <a:lnTo>
                    <a:pt x="5502091" y="209588"/>
                  </a:lnTo>
                  <a:lnTo>
                    <a:pt x="0" y="209588"/>
                  </a:lnTo>
                  <a:close/>
                </a:path>
              </a:pathLst>
            </a:custGeom>
            <a:solidFill>
              <a:srgbClr val="1818B7"/>
            </a:solidFill>
            <a:ln w="95250" cap="sq">
              <a:solidFill>
                <a:srgbClr val="1818B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5502091" cy="26673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600318" y="4759728"/>
            <a:ext cx="1658982" cy="4147456"/>
            <a:chOff x="0" y="0"/>
            <a:chExt cx="2211976" cy="55299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105988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05988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05988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05988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05988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284474" y="4613333"/>
              <a:ext cx="749016" cy="727227"/>
            </a:xfrm>
            <a:custGeom>
              <a:avLst/>
              <a:gdLst/>
              <a:ahLst/>
              <a:cxnLst/>
              <a:rect r="r" b="b" t="t" l="l"/>
              <a:pathLst>
                <a:path h="727227" w="749016">
                  <a:moveTo>
                    <a:pt x="0" y="0"/>
                  </a:moveTo>
                  <a:lnTo>
                    <a:pt x="749016" y="0"/>
                  </a:lnTo>
                  <a:lnTo>
                    <a:pt x="749016" y="727227"/>
                  </a:lnTo>
                  <a:lnTo>
                    <a:pt x="0" y="7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6" id="26" descr="loading image"/>
          <p:cNvSpPr/>
          <p:nvPr/>
        </p:nvSpPr>
        <p:spPr>
          <a:xfrm flipH="false" flipV="false" rot="0">
            <a:off x="15235587" y="4383955"/>
            <a:ext cx="635693" cy="654740"/>
          </a:xfrm>
          <a:custGeom>
            <a:avLst/>
            <a:gdLst/>
            <a:ahLst/>
            <a:cxnLst/>
            <a:rect r="r" b="b" t="t" l="l"/>
            <a:pathLst>
              <a:path h="654740" w="635693">
                <a:moveTo>
                  <a:pt x="0" y="0"/>
                </a:moveTo>
                <a:lnTo>
                  <a:pt x="635692" y="0"/>
                </a:lnTo>
                <a:lnTo>
                  <a:pt x="635692" y="654740"/>
                </a:lnTo>
                <a:lnTo>
                  <a:pt x="0" y="65474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-492117" y="9491219"/>
            <a:ext cx="20890750" cy="795754"/>
            <a:chOff x="0" y="0"/>
            <a:chExt cx="5502091" cy="2095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02091" cy="209581"/>
            </a:xfrm>
            <a:custGeom>
              <a:avLst/>
              <a:gdLst/>
              <a:ahLst/>
              <a:cxnLst/>
              <a:rect r="r" b="b" t="t" l="l"/>
              <a:pathLst>
                <a:path h="209581" w="5502091">
                  <a:moveTo>
                    <a:pt x="0" y="0"/>
                  </a:moveTo>
                  <a:lnTo>
                    <a:pt x="5502091" y="0"/>
                  </a:lnTo>
                  <a:lnTo>
                    <a:pt x="5502091" y="209581"/>
                  </a:lnTo>
                  <a:lnTo>
                    <a:pt x="0" y="209581"/>
                  </a:lnTo>
                  <a:close/>
                </a:path>
              </a:pathLst>
            </a:custGeom>
            <a:solidFill>
              <a:srgbClr val="1818B7"/>
            </a:solidFill>
            <a:ln w="95250" cap="sq">
              <a:solidFill>
                <a:srgbClr val="1818B7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5502091" cy="26673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49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2798569" y="1478519"/>
            <a:ext cx="12427131" cy="6990261"/>
          </a:xfrm>
          <a:custGeom>
            <a:avLst/>
            <a:gdLst/>
            <a:ahLst/>
            <a:cxnLst/>
            <a:rect r="r" b="b" t="t" l="l"/>
            <a:pathLst>
              <a:path h="6990261" w="12427131">
                <a:moveTo>
                  <a:pt x="0" y="0"/>
                </a:moveTo>
                <a:lnTo>
                  <a:pt x="12427132" y="0"/>
                </a:lnTo>
                <a:lnTo>
                  <a:pt x="12427132" y="6990262"/>
                </a:lnTo>
                <a:lnTo>
                  <a:pt x="0" y="699026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-1472912" y="9690672"/>
            <a:ext cx="20231838" cy="38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FEATURES  • FEATURES • FEATURES • FEATURES • FEATURES • FEATURES • FEATURES • FEATURES • FEATURES • FEATURES • FEATURES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361505" y="8430681"/>
            <a:ext cx="11301259" cy="41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Main Menu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7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xelated folder"/>
          <p:cNvSpPr/>
          <p:nvPr/>
        </p:nvSpPr>
        <p:spPr>
          <a:xfrm flipH="false" flipV="false" rot="0">
            <a:off x="16285215" y="1187704"/>
            <a:ext cx="974085" cy="745618"/>
          </a:xfrm>
          <a:custGeom>
            <a:avLst/>
            <a:gdLst/>
            <a:ahLst/>
            <a:cxnLst/>
            <a:rect r="r" b="b" t="t" l="l"/>
            <a:pathLst>
              <a:path h="745618" w="974085">
                <a:moveTo>
                  <a:pt x="0" y="0"/>
                </a:moveTo>
                <a:lnTo>
                  <a:pt x="974085" y="0"/>
                </a:lnTo>
                <a:lnTo>
                  <a:pt x="974085" y="745617"/>
                </a:lnTo>
                <a:lnTo>
                  <a:pt x="0" y="7456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052698"/>
            <a:ext cx="18288000" cy="1234302"/>
            <a:chOff x="0" y="0"/>
            <a:chExt cx="4816593" cy="325084"/>
          </a:xfrm>
        </p:grpSpPr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816592" cy="325084"/>
            </a:xfrm>
            <a:custGeom>
              <a:avLst/>
              <a:gdLst/>
              <a:ahLst/>
              <a:cxnLst/>
              <a:rect r="r" b="b" t="t" l="l"/>
              <a:pathLst>
                <a:path h="32508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5084"/>
                  </a:lnTo>
                  <a:lnTo>
                    <a:pt x="0" y="325084"/>
                  </a:lnTo>
                  <a:close/>
                </a:path>
              </a:pathLst>
            </a:custGeom>
            <a:solidFill>
              <a:srgbClr val="CCCCCC"/>
            </a:solidFill>
            <a:ln w="95250" cap="sq">
              <a:solidFill>
                <a:srgbClr val="CCCCCC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3631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7414" y="9267586"/>
            <a:ext cx="804526" cy="804526"/>
            <a:chOff x="0" y="0"/>
            <a:chExt cx="1072702" cy="10727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2702" cy="1072702"/>
            </a:xfrm>
            <a:custGeom>
              <a:avLst/>
              <a:gdLst/>
              <a:ahLst/>
              <a:cxnLst/>
              <a:rect r="r" b="b" t="t" l="l"/>
              <a:pathLst>
                <a:path h="1072702" w="1072702">
                  <a:moveTo>
                    <a:pt x="0" y="0"/>
                  </a:moveTo>
                  <a:lnTo>
                    <a:pt x="1072702" y="0"/>
                  </a:lnTo>
                  <a:lnTo>
                    <a:pt x="1072702" y="1072702"/>
                  </a:lnTo>
                  <a:lnTo>
                    <a:pt x="0" y="1072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58445" y="150016"/>
              <a:ext cx="755811" cy="772669"/>
            </a:xfrm>
            <a:custGeom>
              <a:avLst/>
              <a:gdLst/>
              <a:ahLst/>
              <a:cxnLst/>
              <a:rect r="r" b="b" t="t" l="l"/>
              <a:pathLst>
                <a:path h="772669" w="755811">
                  <a:moveTo>
                    <a:pt x="0" y="0"/>
                  </a:moveTo>
                  <a:lnTo>
                    <a:pt x="755811" y="0"/>
                  </a:lnTo>
                  <a:lnTo>
                    <a:pt x="755811" y="772670"/>
                  </a:lnTo>
                  <a:lnTo>
                    <a:pt x="0" y="772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 descr="a pixelated image of a printer"/>
          <p:cNvSpPr/>
          <p:nvPr/>
        </p:nvSpPr>
        <p:spPr>
          <a:xfrm flipH="false" flipV="false" rot="0">
            <a:off x="1423082" y="9291263"/>
            <a:ext cx="807064" cy="757173"/>
          </a:xfrm>
          <a:custGeom>
            <a:avLst/>
            <a:gdLst/>
            <a:ahLst/>
            <a:cxnLst/>
            <a:rect r="r" b="b" t="t" l="l"/>
            <a:pathLst>
              <a:path h="757173" w="807064">
                <a:moveTo>
                  <a:pt x="0" y="0"/>
                </a:moveTo>
                <a:lnTo>
                  <a:pt x="807064" y="0"/>
                </a:lnTo>
                <a:lnTo>
                  <a:pt x="807064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 descr="a pixelated notepad"/>
          <p:cNvSpPr/>
          <p:nvPr/>
        </p:nvSpPr>
        <p:spPr>
          <a:xfrm flipH="false" flipV="false" rot="0">
            <a:off x="2395752" y="9327294"/>
            <a:ext cx="662689" cy="685111"/>
          </a:xfrm>
          <a:custGeom>
            <a:avLst/>
            <a:gdLst/>
            <a:ahLst/>
            <a:cxnLst/>
            <a:rect r="r" b="b" t="t" l="l"/>
            <a:pathLst>
              <a:path h="685111" w="662689">
                <a:moveTo>
                  <a:pt x="0" y="0"/>
                </a:moveTo>
                <a:lnTo>
                  <a:pt x="662688" y="0"/>
                </a:lnTo>
                <a:lnTo>
                  <a:pt x="662688" y="685110"/>
                </a:lnTo>
                <a:lnTo>
                  <a:pt x="0" y="6851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 descr="an image of the earth in a pixel art style"/>
          <p:cNvSpPr/>
          <p:nvPr/>
        </p:nvSpPr>
        <p:spPr>
          <a:xfrm flipH="false" flipV="false" rot="0">
            <a:off x="4062279" y="9335724"/>
            <a:ext cx="668249" cy="668249"/>
          </a:xfrm>
          <a:custGeom>
            <a:avLst/>
            <a:gdLst/>
            <a:ahLst/>
            <a:cxnLst/>
            <a:rect r="r" b="b" t="t" l="l"/>
            <a:pathLst>
              <a:path h="668249" w="668249">
                <a:moveTo>
                  <a:pt x="0" y="0"/>
                </a:moveTo>
                <a:lnTo>
                  <a:pt x="668250" y="0"/>
                </a:lnTo>
                <a:lnTo>
                  <a:pt x="668250" y="668250"/>
                </a:lnTo>
                <a:lnTo>
                  <a:pt x="0" y="668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 descr="a pixelated image of a dice"/>
          <p:cNvSpPr/>
          <p:nvPr/>
        </p:nvSpPr>
        <p:spPr>
          <a:xfrm flipH="false" flipV="false" rot="0">
            <a:off x="3224046" y="9309278"/>
            <a:ext cx="672629" cy="721142"/>
          </a:xfrm>
          <a:custGeom>
            <a:avLst/>
            <a:gdLst/>
            <a:ahLst/>
            <a:cxnLst/>
            <a:rect r="r" b="b" t="t" l="l"/>
            <a:pathLst>
              <a:path h="721142" w="672629">
                <a:moveTo>
                  <a:pt x="0" y="0"/>
                </a:moveTo>
                <a:lnTo>
                  <a:pt x="672628" y="0"/>
                </a:lnTo>
                <a:lnTo>
                  <a:pt x="672628" y="721142"/>
                </a:lnTo>
                <a:lnTo>
                  <a:pt x="0" y="72114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 descr="a pixelated image of newspaper"/>
          <p:cNvSpPr/>
          <p:nvPr/>
        </p:nvSpPr>
        <p:spPr>
          <a:xfrm flipH="false" flipV="false" rot="0">
            <a:off x="4877084" y="9291263"/>
            <a:ext cx="905315" cy="757173"/>
          </a:xfrm>
          <a:custGeom>
            <a:avLst/>
            <a:gdLst/>
            <a:ahLst/>
            <a:cxnLst/>
            <a:rect r="r" b="b" t="t" l="l"/>
            <a:pathLst>
              <a:path h="757173" w="905315">
                <a:moveTo>
                  <a:pt x="0" y="0"/>
                </a:moveTo>
                <a:lnTo>
                  <a:pt x="905315" y="0"/>
                </a:lnTo>
                <a:lnTo>
                  <a:pt x="905315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5109868" y="9297158"/>
            <a:ext cx="2801811" cy="712035"/>
            <a:chOff x="0" y="0"/>
            <a:chExt cx="737925" cy="187532"/>
          </a:xfrm>
        </p:grpSpPr>
        <p:sp>
          <p:nvSpPr>
            <p:cNvPr name="Freeform 15" id="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737925" cy="187532"/>
            </a:xfrm>
            <a:custGeom>
              <a:avLst/>
              <a:gdLst/>
              <a:ahLst/>
              <a:cxnLst/>
              <a:rect r="r" b="b" t="t" l="l"/>
              <a:pathLst>
                <a:path h="187532" w="737925">
                  <a:moveTo>
                    <a:pt x="0" y="0"/>
                  </a:moveTo>
                  <a:lnTo>
                    <a:pt x="737925" y="0"/>
                  </a:lnTo>
                  <a:lnTo>
                    <a:pt x="737925" y="187532"/>
                  </a:lnTo>
                  <a:lnTo>
                    <a:pt x="0" y="187532"/>
                  </a:lnTo>
                  <a:close/>
                </a:path>
              </a:pathLst>
            </a:custGeom>
            <a:solidFill>
              <a:srgbClr val="CCCC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737925" cy="254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 u="none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Back to Agenda Page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868874" y="441272"/>
            <a:ext cx="11714461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8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PLANNED INPUTS AND OUTPUTS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7331" y="3007932"/>
            <a:ext cx="15394809" cy="5973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2282">
                <a:solidFill>
                  <a:srgbClr val="FFFFFF"/>
                </a:solidFill>
                <a:latin typeface="Minecraftia"/>
                <a:ea typeface="Minecraftia"/>
                <a:cs typeface="Minecraftia"/>
                <a:sym typeface="Minecraftia"/>
              </a:rPr>
              <a:t>- User opens program and loads into menu</a:t>
            </a:r>
          </a:p>
          <a:p>
            <a:pPr algn="l">
              <a:lnSpc>
                <a:spcPts val="3195"/>
              </a:lnSpc>
              <a:spcBef>
                <a:spcPct val="0"/>
              </a:spcBef>
            </a:pPr>
            <a:r>
              <a:rPr lang="en-US" sz="2282">
                <a:solidFill>
                  <a:srgbClr val="FFFFFF"/>
                </a:solidFill>
                <a:latin typeface="Minecraftia"/>
                <a:ea typeface="Minecraftia"/>
                <a:cs typeface="Minecraftia"/>
                <a:sym typeface="Minecraftia"/>
              </a:rPr>
              <a:t>- Menu c</a:t>
            </a:r>
            <a:r>
              <a:rPr lang="en-US" sz="2282">
                <a:solidFill>
                  <a:srgbClr val="FFFFFF"/>
                </a:solidFill>
                <a:latin typeface="Minecraftia"/>
                <a:ea typeface="Minecraftia"/>
                <a:cs typeface="Minecraftia"/>
                <a:sym typeface="Minecraftia"/>
              </a:rPr>
              <a:t>ontains buttons that include a button to earn in-game currency in "g", a button to go to the shop in order to buy generators, and a status button that opens to check on the status of their generators and electricity and upgrade generators, as well as a timer at the top to indicate the time left before a percentage of their g is taken away forcefully.</a:t>
            </a:r>
          </a:p>
          <a:p>
            <a:pPr algn="l">
              <a:lnSpc>
                <a:spcPts val="3195"/>
              </a:lnSpc>
              <a:spcBef>
                <a:spcPct val="0"/>
              </a:spcBef>
            </a:pPr>
            <a:r>
              <a:rPr lang="en-US" sz="2282">
                <a:solidFill>
                  <a:srgbClr val="FFFFFF"/>
                </a:solidFill>
                <a:latin typeface="Minecraftia"/>
                <a:ea typeface="Minecraftia"/>
                <a:cs typeface="Minecraftia"/>
                <a:sym typeface="Minecraftia"/>
              </a:rPr>
              <a:t>- Generators are essentially objects that increase the user's "g" by an amount.</a:t>
            </a:r>
          </a:p>
          <a:p>
            <a:pPr algn="l">
              <a:lnSpc>
                <a:spcPts val="3195"/>
              </a:lnSpc>
              <a:spcBef>
                <a:spcPct val="0"/>
              </a:spcBef>
            </a:pPr>
            <a:r>
              <a:rPr lang="en-US" sz="2282">
                <a:solidFill>
                  <a:srgbClr val="FFFFFF"/>
                </a:solidFill>
                <a:latin typeface="Minecraftia"/>
                <a:ea typeface="Minecraftia"/>
                <a:cs typeface="Minecraftia"/>
                <a:sym typeface="Minecraftia"/>
              </a:rPr>
              <a:t>- Sometimes, generators will receive a tag that makes it stop producing g, forcing the user to "fix" generators by playing a minigame in the status menu.</a:t>
            </a:r>
          </a:p>
          <a:p>
            <a:pPr algn="l">
              <a:lnSpc>
                <a:spcPts val="3195"/>
              </a:lnSpc>
              <a:spcBef>
                <a:spcPct val="0"/>
              </a:spcBef>
            </a:pPr>
            <a:r>
              <a:rPr lang="en-US" sz="2282">
                <a:solidFill>
                  <a:srgbClr val="FFFFFF"/>
                </a:solidFill>
                <a:latin typeface="Minecraftia"/>
                <a:ea typeface="Minecraftia"/>
                <a:cs typeface="Minecraftia"/>
                <a:sym typeface="Minecraftia"/>
              </a:rPr>
              <a:t>- Electricity is a mechanic that disables ALL generators when it receives a tag to make it False.</a:t>
            </a:r>
          </a:p>
          <a:p>
            <a:pPr algn="l">
              <a:lnSpc>
                <a:spcPts val="3195"/>
              </a:lnSpc>
              <a:spcBef>
                <a:spcPct val="0"/>
              </a:spcBef>
            </a:pPr>
            <a:r>
              <a:rPr lang="en-US" sz="2282">
                <a:solidFill>
                  <a:srgbClr val="FFFFFF"/>
                </a:solidFill>
                <a:latin typeface="Minecraftia"/>
                <a:ea typeface="Minecraftia"/>
                <a:cs typeface="Minecraftia"/>
                <a:sym typeface="Minecraftia"/>
              </a:rPr>
              <a:t>- When reactivating electricity, the user has to a play another minigame, similar to fixing generators, but they have to play a memory game to restore it.</a:t>
            </a:r>
          </a:p>
          <a:p>
            <a:pPr algn="l">
              <a:lnSpc>
                <a:spcPts val="3195"/>
              </a:lnSpc>
              <a:spcBef>
                <a:spcPct val="0"/>
              </a:spcBef>
            </a:pPr>
            <a:r>
              <a:rPr lang="en-US" sz="2282">
                <a:solidFill>
                  <a:srgbClr val="FFFFFF"/>
                </a:solidFill>
                <a:latin typeface="Minecraftia"/>
                <a:ea typeface="Minecraftia"/>
                <a:cs typeface="Minecraftia"/>
                <a:sym typeface="Minecraftia"/>
              </a:rPr>
              <a:t>- This all happens simultaneously every "tick", 1/20th of a second that the game takes to perform every single action in that time.</a:t>
            </a:r>
          </a:p>
        </p:txBody>
      </p:sp>
      <p:sp>
        <p:nvSpPr>
          <p:cNvPr name="TextBox 19" id="19"/>
          <p:cNvSpPr txBox="true"/>
          <p:nvPr/>
        </p:nvSpPr>
        <p:spPr>
          <a:xfrm rot="991701">
            <a:off x="11055242" y="1918506"/>
            <a:ext cx="4939766" cy="107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8"/>
              </a:lnSpc>
              <a:spcBef>
                <a:spcPct val="0"/>
              </a:spcBef>
            </a:pPr>
            <a:r>
              <a:rPr lang="en-US" sz="2091">
                <a:solidFill>
                  <a:srgbClr val="F6E155"/>
                </a:solidFill>
                <a:latin typeface="Minecraftia"/>
                <a:ea typeface="Minecraftia"/>
                <a:cs typeface="Minecraftia"/>
                <a:sym typeface="Minecraftia"/>
              </a:rPr>
              <a:t>THIS IS A BRIEF GENERALIZATION OF ALL THE INPUTS AND OUTPUTS.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old tech blank page"/>
          <p:cNvSpPr/>
          <p:nvPr/>
        </p:nvSpPr>
        <p:spPr>
          <a:xfrm flipH="false" flipV="false" rot="0">
            <a:off x="-1816736" y="-5817236"/>
            <a:ext cx="21921472" cy="21921472"/>
          </a:xfrm>
          <a:custGeom>
            <a:avLst/>
            <a:gdLst/>
            <a:ahLst/>
            <a:cxnLst/>
            <a:rect r="r" b="b" t="t" l="l"/>
            <a:pathLst>
              <a:path h="21921472" w="21921472">
                <a:moveTo>
                  <a:pt x="0" y="0"/>
                </a:moveTo>
                <a:lnTo>
                  <a:pt x="21921472" y="0"/>
                </a:lnTo>
                <a:lnTo>
                  <a:pt x="21921472" y="21921472"/>
                </a:lnTo>
                <a:lnTo>
                  <a:pt x="0" y="2192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82839" y="1828779"/>
            <a:ext cx="14235927" cy="6629441"/>
            <a:chOff x="0" y="0"/>
            <a:chExt cx="3749380" cy="1746026"/>
          </a:xfrm>
        </p:grpSpPr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749380" cy="1746026"/>
            </a:xfrm>
            <a:custGeom>
              <a:avLst/>
              <a:gdLst/>
              <a:ahLst/>
              <a:cxnLst/>
              <a:rect r="r" b="b" t="t" l="l"/>
              <a:pathLst>
                <a:path h="1746026" w="3749380">
                  <a:moveTo>
                    <a:pt x="0" y="0"/>
                  </a:moveTo>
                  <a:lnTo>
                    <a:pt x="3749380" y="0"/>
                  </a:lnTo>
                  <a:lnTo>
                    <a:pt x="3749380" y="1746026"/>
                  </a:lnTo>
                  <a:lnTo>
                    <a:pt x="0" y="1746026"/>
                  </a:lnTo>
                  <a:close/>
                </a:path>
              </a:pathLst>
            </a:custGeom>
            <a:solidFill>
              <a:srgbClr val="FEFF99"/>
            </a:solidFill>
            <a:ln w="95250" cap="sq">
              <a:solidFill>
                <a:srgbClr val="CCCCCC"/>
              </a:solidFill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49380" cy="1784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600318" y="4759728"/>
            <a:ext cx="1658982" cy="4147456"/>
            <a:chOff x="0" y="0"/>
            <a:chExt cx="2211976" cy="55299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05988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05988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05988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05988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105988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284474" y="4613333"/>
              <a:ext cx="749016" cy="727227"/>
            </a:xfrm>
            <a:custGeom>
              <a:avLst/>
              <a:gdLst/>
              <a:ahLst/>
              <a:cxnLst/>
              <a:rect r="r" b="b" t="t" l="l"/>
              <a:pathLst>
                <a:path h="727227" w="749016">
                  <a:moveTo>
                    <a:pt x="0" y="0"/>
                  </a:moveTo>
                  <a:lnTo>
                    <a:pt x="749016" y="0"/>
                  </a:lnTo>
                  <a:lnTo>
                    <a:pt x="749016" y="727227"/>
                  </a:lnTo>
                  <a:lnTo>
                    <a:pt x="0" y="7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 descr="loading image"/>
          <p:cNvSpPr/>
          <p:nvPr/>
        </p:nvSpPr>
        <p:spPr>
          <a:xfrm flipH="false" flipV="false" rot="0">
            <a:off x="15235587" y="4383955"/>
            <a:ext cx="635693" cy="654740"/>
          </a:xfrm>
          <a:custGeom>
            <a:avLst/>
            <a:gdLst/>
            <a:ahLst/>
            <a:cxnLst/>
            <a:rect r="r" b="b" t="t" l="l"/>
            <a:pathLst>
              <a:path h="654740" w="635693">
                <a:moveTo>
                  <a:pt x="0" y="0"/>
                </a:moveTo>
                <a:lnTo>
                  <a:pt x="635692" y="0"/>
                </a:lnTo>
                <a:lnTo>
                  <a:pt x="635692" y="654740"/>
                </a:lnTo>
                <a:lnTo>
                  <a:pt x="0" y="65474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766420" y="565382"/>
            <a:ext cx="5199646" cy="8692918"/>
          </a:xfrm>
          <a:custGeom>
            <a:avLst/>
            <a:gdLst/>
            <a:ahLst/>
            <a:cxnLst/>
            <a:rect r="r" b="b" t="t" l="l"/>
            <a:pathLst>
              <a:path h="8692918" w="5199646">
                <a:moveTo>
                  <a:pt x="0" y="0"/>
                </a:moveTo>
                <a:lnTo>
                  <a:pt x="5199646" y="0"/>
                </a:lnTo>
                <a:lnTo>
                  <a:pt x="5199646" y="8692918"/>
                </a:lnTo>
                <a:lnTo>
                  <a:pt x="0" y="8692918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-90071" r="-316501" b="-44109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598843" y="9439955"/>
            <a:ext cx="1534800" cy="401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53"/>
              </a:lnSpc>
              <a:spcBef>
                <a:spcPct val="0"/>
              </a:spcBef>
            </a:pPr>
            <a:r>
              <a:rPr lang="en-US" sz="2324" strike="noStrike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Shop menu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old tech blank page"/>
          <p:cNvSpPr/>
          <p:nvPr/>
        </p:nvSpPr>
        <p:spPr>
          <a:xfrm flipH="false" flipV="false" rot="0">
            <a:off x="-1816736" y="-5817236"/>
            <a:ext cx="21921472" cy="21921472"/>
          </a:xfrm>
          <a:custGeom>
            <a:avLst/>
            <a:gdLst/>
            <a:ahLst/>
            <a:cxnLst/>
            <a:rect r="r" b="b" t="t" l="l"/>
            <a:pathLst>
              <a:path h="21921472" w="21921472">
                <a:moveTo>
                  <a:pt x="0" y="0"/>
                </a:moveTo>
                <a:lnTo>
                  <a:pt x="21921472" y="0"/>
                </a:lnTo>
                <a:lnTo>
                  <a:pt x="21921472" y="21921472"/>
                </a:lnTo>
                <a:lnTo>
                  <a:pt x="0" y="2192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82839" y="1828779"/>
            <a:ext cx="14235927" cy="6629441"/>
            <a:chOff x="0" y="0"/>
            <a:chExt cx="3749380" cy="1746026"/>
          </a:xfrm>
        </p:grpSpPr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749380" cy="1746026"/>
            </a:xfrm>
            <a:custGeom>
              <a:avLst/>
              <a:gdLst/>
              <a:ahLst/>
              <a:cxnLst/>
              <a:rect r="r" b="b" t="t" l="l"/>
              <a:pathLst>
                <a:path h="1746026" w="3749380">
                  <a:moveTo>
                    <a:pt x="0" y="0"/>
                  </a:moveTo>
                  <a:lnTo>
                    <a:pt x="3749380" y="0"/>
                  </a:lnTo>
                  <a:lnTo>
                    <a:pt x="3749380" y="1746026"/>
                  </a:lnTo>
                  <a:lnTo>
                    <a:pt x="0" y="1746026"/>
                  </a:lnTo>
                  <a:close/>
                </a:path>
              </a:pathLst>
            </a:custGeom>
            <a:solidFill>
              <a:srgbClr val="FEFF99"/>
            </a:solidFill>
            <a:ln w="95250" cap="sq">
              <a:solidFill>
                <a:srgbClr val="CCCCCC"/>
              </a:solidFill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49380" cy="1784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600318" y="4759728"/>
            <a:ext cx="1658982" cy="4147456"/>
            <a:chOff x="0" y="0"/>
            <a:chExt cx="2211976" cy="55299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05988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05988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05988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05988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105988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284474" y="4613333"/>
              <a:ext cx="749016" cy="727227"/>
            </a:xfrm>
            <a:custGeom>
              <a:avLst/>
              <a:gdLst/>
              <a:ahLst/>
              <a:cxnLst/>
              <a:rect r="r" b="b" t="t" l="l"/>
              <a:pathLst>
                <a:path h="727227" w="749016">
                  <a:moveTo>
                    <a:pt x="0" y="0"/>
                  </a:moveTo>
                  <a:lnTo>
                    <a:pt x="749016" y="0"/>
                  </a:lnTo>
                  <a:lnTo>
                    <a:pt x="749016" y="727227"/>
                  </a:lnTo>
                  <a:lnTo>
                    <a:pt x="0" y="7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 descr="loading image"/>
          <p:cNvSpPr/>
          <p:nvPr/>
        </p:nvSpPr>
        <p:spPr>
          <a:xfrm flipH="false" flipV="false" rot="0">
            <a:off x="15235587" y="4383955"/>
            <a:ext cx="635693" cy="654740"/>
          </a:xfrm>
          <a:custGeom>
            <a:avLst/>
            <a:gdLst/>
            <a:ahLst/>
            <a:cxnLst/>
            <a:rect r="r" b="b" t="t" l="l"/>
            <a:pathLst>
              <a:path h="654740" w="635693">
                <a:moveTo>
                  <a:pt x="0" y="0"/>
                </a:moveTo>
                <a:lnTo>
                  <a:pt x="635692" y="0"/>
                </a:lnTo>
                <a:lnTo>
                  <a:pt x="635692" y="654740"/>
                </a:lnTo>
                <a:lnTo>
                  <a:pt x="0" y="65474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506858" y="670254"/>
            <a:ext cx="6345680" cy="8736881"/>
          </a:xfrm>
          <a:custGeom>
            <a:avLst/>
            <a:gdLst/>
            <a:ahLst/>
            <a:cxnLst/>
            <a:rect r="r" b="b" t="t" l="l"/>
            <a:pathLst>
              <a:path h="8736881" w="6345680">
                <a:moveTo>
                  <a:pt x="0" y="0"/>
                </a:moveTo>
                <a:lnTo>
                  <a:pt x="6345680" y="0"/>
                </a:lnTo>
                <a:lnTo>
                  <a:pt x="6345680" y="8736882"/>
                </a:lnTo>
                <a:lnTo>
                  <a:pt x="0" y="873688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-275535" b="-156162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996280" y="9526706"/>
            <a:ext cx="1809046" cy="386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1"/>
              </a:lnSpc>
              <a:spcBef>
                <a:spcPct val="0"/>
              </a:spcBef>
            </a:pPr>
            <a:r>
              <a:rPr lang="en-US" sz="215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settings </a:t>
            </a:r>
            <a:r>
              <a:rPr lang="en-US" sz="2158" strike="noStrike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menu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old tech blank page"/>
          <p:cNvSpPr/>
          <p:nvPr/>
        </p:nvSpPr>
        <p:spPr>
          <a:xfrm flipH="false" flipV="false" rot="0">
            <a:off x="-1816736" y="-5817236"/>
            <a:ext cx="21921472" cy="21921472"/>
          </a:xfrm>
          <a:custGeom>
            <a:avLst/>
            <a:gdLst/>
            <a:ahLst/>
            <a:cxnLst/>
            <a:rect r="r" b="b" t="t" l="l"/>
            <a:pathLst>
              <a:path h="21921472" w="21921472">
                <a:moveTo>
                  <a:pt x="0" y="0"/>
                </a:moveTo>
                <a:lnTo>
                  <a:pt x="21921472" y="0"/>
                </a:lnTo>
                <a:lnTo>
                  <a:pt x="21921472" y="21921472"/>
                </a:lnTo>
                <a:lnTo>
                  <a:pt x="0" y="2192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82839" y="1828779"/>
            <a:ext cx="14235927" cy="6629441"/>
            <a:chOff x="0" y="0"/>
            <a:chExt cx="3749380" cy="1746026"/>
          </a:xfrm>
        </p:grpSpPr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749380" cy="1746026"/>
            </a:xfrm>
            <a:custGeom>
              <a:avLst/>
              <a:gdLst/>
              <a:ahLst/>
              <a:cxnLst/>
              <a:rect r="r" b="b" t="t" l="l"/>
              <a:pathLst>
                <a:path h="1746026" w="3749380">
                  <a:moveTo>
                    <a:pt x="0" y="0"/>
                  </a:moveTo>
                  <a:lnTo>
                    <a:pt x="3749380" y="0"/>
                  </a:lnTo>
                  <a:lnTo>
                    <a:pt x="3749380" y="1746026"/>
                  </a:lnTo>
                  <a:lnTo>
                    <a:pt x="0" y="1746026"/>
                  </a:lnTo>
                  <a:close/>
                </a:path>
              </a:pathLst>
            </a:custGeom>
            <a:solidFill>
              <a:srgbClr val="FEFF99"/>
            </a:solidFill>
            <a:ln w="95250" cap="sq">
              <a:solidFill>
                <a:srgbClr val="CCCCCC"/>
              </a:solidFill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49380" cy="1784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600318" y="4759728"/>
            <a:ext cx="1658982" cy="4147456"/>
            <a:chOff x="0" y="0"/>
            <a:chExt cx="2211976" cy="55299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05988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05988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05988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05988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105988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284474" y="4613333"/>
              <a:ext cx="749016" cy="727227"/>
            </a:xfrm>
            <a:custGeom>
              <a:avLst/>
              <a:gdLst/>
              <a:ahLst/>
              <a:cxnLst/>
              <a:rect r="r" b="b" t="t" l="l"/>
              <a:pathLst>
                <a:path h="727227" w="749016">
                  <a:moveTo>
                    <a:pt x="0" y="0"/>
                  </a:moveTo>
                  <a:lnTo>
                    <a:pt x="749016" y="0"/>
                  </a:lnTo>
                  <a:lnTo>
                    <a:pt x="749016" y="727227"/>
                  </a:lnTo>
                  <a:lnTo>
                    <a:pt x="0" y="7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 descr="loading image"/>
          <p:cNvSpPr/>
          <p:nvPr/>
        </p:nvSpPr>
        <p:spPr>
          <a:xfrm flipH="false" flipV="false" rot="0">
            <a:off x="15235587" y="4383955"/>
            <a:ext cx="635693" cy="654740"/>
          </a:xfrm>
          <a:custGeom>
            <a:avLst/>
            <a:gdLst/>
            <a:ahLst/>
            <a:cxnLst/>
            <a:rect r="r" b="b" t="t" l="l"/>
            <a:pathLst>
              <a:path h="654740" w="635693">
                <a:moveTo>
                  <a:pt x="0" y="0"/>
                </a:moveTo>
                <a:lnTo>
                  <a:pt x="635692" y="0"/>
                </a:lnTo>
                <a:lnTo>
                  <a:pt x="635692" y="654740"/>
                </a:lnTo>
                <a:lnTo>
                  <a:pt x="0" y="65474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01715" y="1894610"/>
            <a:ext cx="6321118" cy="6563610"/>
          </a:xfrm>
          <a:custGeom>
            <a:avLst/>
            <a:gdLst/>
            <a:ahLst/>
            <a:cxnLst/>
            <a:rect r="r" b="b" t="t" l="l"/>
            <a:pathLst>
              <a:path h="6563610" w="6321118">
                <a:moveTo>
                  <a:pt x="0" y="0"/>
                </a:moveTo>
                <a:lnTo>
                  <a:pt x="6321118" y="0"/>
                </a:lnTo>
                <a:lnTo>
                  <a:pt x="6321118" y="6563611"/>
                </a:lnTo>
                <a:lnTo>
                  <a:pt x="0" y="656361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-310494" t="-67433" r="-177526" b="-364413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850450" y="8840508"/>
            <a:ext cx="2100706" cy="519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60"/>
              </a:lnSpc>
              <a:spcBef>
                <a:spcPct val="0"/>
              </a:spcBef>
            </a:pPr>
            <a:r>
              <a:rPr lang="en-US" sz="2971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Save button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old tech blank page"/>
          <p:cNvSpPr/>
          <p:nvPr/>
        </p:nvSpPr>
        <p:spPr>
          <a:xfrm flipH="false" flipV="false" rot="0">
            <a:off x="-1816736" y="-5817236"/>
            <a:ext cx="21921472" cy="21921472"/>
          </a:xfrm>
          <a:custGeom>
            <a:avLst/>
            <a:gdLst/>
            <a:ahLst/>
            <a:cxnLst/>
            <a:rect r="r" b="b" t="t" l="l"/>
            <a:pathLst>
              <a:path h="21921472" w="21921472">
                <a:moveTo>
                  <a:pt x="0" y="0"/>
                </a:moveTo>
                <a:lnTo>
                  <a:pt x="21921472" y="0"/>
                </a:lnTo>
                <a:lnTo>
                  <a:pt x="21921472" y="21921472"/>
                </a:lnTo>
                <a:lnTo>
                  <a:pt x="0" y="2192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82839" y="1828779"/>
            <a:ext cx="14235927" cy="6629441"/>
            <a:chOff x="0" y="0"/>
            <a:chExt cx="3749380" cy="1746026"/>
          </a:xfrm>
        </p:grpSpPr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749380" cy="1746026"/>
            </a:xfrm>
            <a:custGeom>
              <a:avLst/>
              <a:gdLst/>
              <a:ahLst/>
              <a:cxnLst/>
              <a:rect r="r" b="b" t="t" l="l"/>
              <a:pathLst>
                <a:path h="1746026" w="3749380">
                  <a:moveTo>
                    <a:pt x="0" y="0"/>
                  </a:moveTo>
                  <a:lnTo>
                    <a:pt x="3749380" y="0"/>
                  </a:lnTo>
                  <a:lnTo>
                    <a:pt x="3749380" y="1746026"/>
                  </a:lnTo>
                  <a:lnTo>
                    <a:pt x="0" y="1746026"/>
                  </a:lnTo>
                  <a:close/>
                </a:path>
              </a:pathLst>
            </a:custGeom>
            <a:solidFill>
              <a:srgbClr val="FEFF99"/>
            </a:solidFill>
            <a:ln w="95250" cap="sq">
              <a:solidFill>
                <a:srgbClr val="CCCCCC"/>
              </a:solidFill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49380" cy="1784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600318" y="4759728"/>
            <a:ext cx="1658982" cy="4147456"/>
            <a:chOff x="0" y="0"/>
            <a:chExt cx="2211976" cy="55299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05988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05988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05988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05988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105988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284474" y="4613333"/>
              <a:ext cx="749016" cy="727227"/>
            </a:xfrm>
            <a:custGeom>
              <a:avLst/>
              <a:gdLst/>
              <a:ahLst/>
              <a:cxnLst/>
              <a:rect r="r" b="b" t="t" l="l"/>
              <a:pathLst>
                <a:path h="727227" w="749016">
                  <a:moveTo>
                    <a:pt x="0" y="0"/>
                  </a:moveTo>
                  <a:lnTo>
                    <a:pt x="749016" y="0"/>
                  </a:lnTo>
                  <a:lnTo>
                    <a:pt x="749016" y="727227"/>
                  </a:lnTo>
                  <a:lnTo>
                    <a:pt x="0" y="7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 descr="loading image"/>
          <p:cNvSpPr/>
          <p:nvPr/>
        </p:nvSpPr>
        <p:spPr>
          <a:xfrm flipH="false" flipV="false" rot="0">
            <a:off x="15235587" y="4383955"/>
            <a:ext cx="635693" cy="654740"/>
          </a:xfrm>
          <a:custGeom>
            <a:avLst/>
            <a:gdLst/>
            <a:ahLst/>
            <a:cxnLst/>
            <a:rect r="r" b="b" t="t" l="l"/>
            <a:pathLst>
              <a:path h="654740" w="635693">
                <a:moveTo>
                  <a:pt x="0" y="0"/>
                </a:moveTo>
                <a:lnTo>
                  <a:pt x="635692" y="0"/>
                </a:lnTo>
                <a:lnTo>
                  <a:pt x="635692" y="654740"/>
                </a:lnTo>
                <a:lnTo>
                  <a:pt x="0" y="65474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939888" y="165784"/>
            <a:ext cx="10867622" cy="9187887"/>
          </a:xfrm>
          <a:custGeom>
            <a:avLst/>
            <a:gdLst/>
            <a:ahLst/>
            <a:cxnLst/>
            <a:rect r="r" b="b" t="t" l="l"/>
            <a:pathLst>
              <a:path h="9187887" w="10867622">
                <a:moveTo>
                  <a:pt x="0" y="0"/>
                </a:moveTo>
                <a:lnTo>
                  <a:pt x="10867623" y="0"/>
                </a:lnTo>
                <a:lnTo>
                  <a:pt x="10867623" y="9187887"/>
                </a:lnTo>
                <a:lnTo>
                  <a:pt x="0" y="9187887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-108688" t="-73037" r="0" b="-58786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279676" y="9550066"/>
            <a:ext cx="6188048" cy="38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4"/>
              </a:lnSpc>
              <a:spcBef>
                <a:spcPct val="0"/>
              </a:spcBef>
            </a:pPr>
            <a:r>
              <a:rPr lang="en-US" sz="216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Status menu and Generator Fix/Upgrade buttons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old tech blank page"/>
          <p:cNvSpPr/>
          <p:nvPr/>
        </p:nvSpPr>
        <p:spPr>
          <a:xfrm flipH="false" flipV="false" rot="0">
            <a:off x="-1816736" y="-5817236"/>
            <a:ext cx="21921472" cy="21921472"/>
          </a:xfrm>
          <a:custGeom>
            <a:avLst/>
            <a:gdLst/>
            <a:ahLst/>
            <a:cxnLst/>
            <a:rect r="r" b="b" t="t" l="l"/>
            <a:pathLst>
              <a:path h="21921472" w="21921472">
                <a:moveTo>
                  <a:pt x="0" y="0"/>
                </a:moveTo>
                <a:lnTo>
                  <a:pt x="21921472" y="0"/>
                </a:lnTo>
                <a:lnTo>
                  <a:pt x="21921472" y="21921472"/>
                </a:lnTo>
                <a:lnTo>
                  <a:pt x="0" y="2192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38306" y="2357800"/>
            <a:ext cx="14235927" cy="6629441"/>
            <a:chOff x="0" y="0"/>
            <a:chExt cx="3749380" cy="1746026"/>
          </a:xfrm>
        </p:grpSpPr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749380" cy="1746026"/>
            </a:xfrm>
            <a:custGeom>
              <a:avLst/>
              <a:gdLst/>
              <a:ahLst/>
              <a:cxnLst/>
              <a:rect r="r" b="b" t="t" l="l"/>
              <a:pathLst>
                <a:path h="1746026" w="3749380">
                  <a:moveTo>
                    <a:pt x="0" y="0"/>
                  </a:moveTo>
                  <a:lnTo>
                    <a:pt x="3749380" y="0"/>
                  </a:lnTo>
                  <a:lnTo>
                    <a:pt x="3749380" y="1746026"/>
                  </a:lnTo>
                  <a:lnTo>
                    <a:pt x="0" y="1746026"/>
                  </a:lnTo>
                  <a:close/>
                </a:path>
              </a:pathLst>
            </a:custGeom>
            <a:solidFill>
              <a:srgbClr val="FEFF99"/>
            </a:solidFill>
            <a:ln w="95250" cap="sq">
              <a:solidFill>
                <a:srgbClr val="CCCCCC"/>
              </a:solidFill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49380" cy="1784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600318" y="4759728"/>
            <a:ext cx="1658982" cy="4147456"/>
            <a:chOff x="0" y="0"/>
            <a:chExt cx="2211976" cy="55299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05988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05988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05988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05988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105988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284474" y="4613333"/>
              <a:ext cx="749016" cy="727227"/>
            </a:xfrm>
            <a:custGeom>
              <a:avLst/>
              <a:gdLst/>
              <a:ahLst/>
              <a:cxnLst/>
              <a:rect r="r" b="b" t="t" l="l"/>
              <a:pathLst>
                <a:path h="727227" w="749016">
                  <a:moveTo>
                    <a:pt x="0" y="0"/>
                  </a:moveTo>
                  <a:lnTo>
                    <a:pt x="749016" y="0"/>
                  </a:lnTo>
                  <a:lnTo>
                    <a:pt x="749016" y="727227"/>
                  </a:lnTo>
                  <a:lnTo>
                    <a:pt x="0" y="7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 descr="loading image"/>
          <p:cNvSpPr/>
          <p:nvPr/>
        </p:nvSpPr>
        <p:spPr>
          <a:xfrm flipH="false" flipV="false" rot="0">
            <a:off x="15235587" y="4383955"/>
            <a:ext cx="635693" cy="654740"/>
          </a:xfrm>
          <a:custGeom>
            <a:avLst/>
            <a:gdLst/>
            <a:ahLst/>
            <a:cxnLst/>
            <a:rect r="r" b="b" t="t" l="l"/>
            <a:pathLst>
              <a:path h="654740" w="635693">
                <a:moveTo>
                  <a:pt x="0" y="0"/>
                </a:moveTo>
                <a:lnTo>
                  <a:pt x="635692" y="0"/>
                </a:lnTo>
                <a:lnTo>
                  <a:pt x="635692" y="654740"/>
                </a:lnTo>
                <a:lnTo>
                  <a:pt x="0" y="65474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036105" y="15912"/>
            <a:ext cx="5456219" cy="9717656"/>
          </a:xfrm>
          <a:custGeom>
            <a:avLst/>
            <a:gdLst/>
            <a:ahLst/>
            <a:cxnLst/>
            <a:rect r="r" b="b" t="t" l="l"/>
            <a:pathLst>
              <a:path h="9717656" w="5456219">
                <a:moveTo>
                  <a:pt x="0" y="0"/>
                </a:moveTo>
                <a:lnTo>
                  <a:pt x="5456218" y="0"/>
                </a:lnTo>
                <a:lnTo>
                  <a:pt x="5456218" y="9717656"/>
                </a:lnTo>
                <a:lnTo>
                  <a:pt x="0" y="9717656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-103992" t="-26661" r="-192789" b="-82568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036105" y="9695468"/>
            <a:ext cx="5456219" cy="26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Main process flow (Main Menu and buttons)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old tech blank page"/>
          <p:cNvSpPr/>
          <p:nvPr/>
        </p:nvSpPr>
        <p:spPr>
          <a:xfrm flipH="false" flipV="false" rot="0">
            <a:off x="-1816736" y="-5817236"/>
            <a:ext cx="21921472" cy="21921472"/>
          </a:xfrm>
          <a:custGeom>
            <a:avLst/>
            <a:gdLst/>
            <a:ahLst/>
            <a:cxnLst/>
            <a:rect r="r" b="b" t="t" l="l"/>
            <a:pathLst>
              <a:path h="21921472" w="21921472">
                <a:moveTo>
                  <a:pt x="0" y="0"/>
                </a:moveTo>
                <a:lnTo>
                  <a:pt x="21921472" y="0"/>
                </a:lnTo>
                <a:lnTo>
                  <a:pt x="21921472" y="21921472"/>
                </a:lnTo>
                <a:lnTo>
                  <a:pt x="0" y="2192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5352" y="2504705"/>
            <a:ext cx="14235927" cy="6629441"/>
            <a:chOff x="0" y="0"/>
            <a:chExt cx="3749380" cy="1746026"/>
          </a:xfrm>
        </p:grpSpPr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749380" cy="1746026"/>
            </a:xfrm>
            <a:custGeom>
              <a:avLst/>
              <a:gdLst/>
              <a:ahLst/>
              <a:cxnLst/>
              <a:rect r="r" b="b" t="t" l="l"/>
              <a:pathLst>
                <a:path h="1746026" w="3749380">
                  <a:moveTo>
                    <a:pt x="0" y="0"/>
                  </a:moveTo>
                  <a:lnTo>
                    <a:pt x="3749380" y="0"/>
                  </a:lnTo>
                  <a:lnTo>
                    <a:pt x="3749380" y="1746026"/>
                  </a:lnTo>
                  <a:lnTo>
                    <a:pt x="0" y="1746026"/>
                  </a:lnTo>
                  <a:close/>
                </a:path>
              </a:pathLst>
            </a:custGeom>
            <a:solidFill>
              <a:srgbClr val="FEFF99"/>
            </a:solidFill>
            <a:ln w="95250" cap="sq">
              <a:solidFill>
                <a:srgbClr val="CCCCCC"/>
              </a:solidFill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49380" cy="1784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600318" y="4759728"/>
            <a:ext cx="1658982" cy="4147456"/>
            <a:chOff x="0" y="0"/>
            <a:chExt cx="2211976" cy="55299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05988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05988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05988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05988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105988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284474" y="4613333"/>
              <a:ext cx="749016" cy="727227"/>
            </a:xfrm>
            <a:custGeom>
              <a:avLst/>
              <a:gdLst/>
              <a:ahLst/>
              <a:cxnLst/>
              <a:rect r="r" b="b" t="t" l="l"/>
              <a:pathLst>
                <a:path h="727227" w="749016">
                  <a:moveTo>
                    <a:pt x="0" y="0"/>
                  </a:moveTo>
                  <a:lnTo>
                    <a:pt x="749016" y="0"/>
                  </a:lnTo>
                  <a:lnTo>
                    <a:pt x="749016" y="727227"/>
                  </a:lnTo>
                  <a:lnTo>
                    <a:pt x="0" y="7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 descr="loading image"/>
          <p:cNvSpPr/>
          <p:nvPr/>
        </p:nvSpPr>
        <p:spPr>
          <a:xfrm flipH="false" flipV="false" rot="0">
            <a:off x="15235587" y="4383955"/>
            <a:ext cx="635693" cy="654740"/>
          </a:xfrm>
          <a:custGeom>
            <a:avLst/>
            <a:gdLst/>
            <a:ahLst/>
            <a:cxnLst/>
            <a:rect r="r" b="b" t="t" l="l"/>
            <a:pathLst>
              <a:path h="654740" w="635693">
                <a:moveTo>
                  <a:pt x="0" y="0"/>
                </a:moveTo>
                <a:lnTo>
                  <a:pt x="635692" y="0"/>
                </a:lnTo>
                <a:lnTo>
                  <a:pt x="635692" y="654740"/>
                </a:lnTo>
                <a:lnTo>
                  <a:pt x="0" y="65474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431739" y="660085"/>
            <a:ext cx="5424522" cy="8966830"/>
          </a:xfrm>
          <a:custGeom>
            <a:avLst/>
            <a:gdLst/>
            <a:ahLst/>
            <a:cxnLst/>
            <a:rect r="r" b="b" t="t" l="l"/>
            <a:pathLst>
              <a:path h="8966830" w="5424522">
                <a:moveTo>
                  <a:pt x="0" y="0"/>
                </a:moveTo>
                <a:lnTo>
                  <a:pt x="5424522" y="0"/>
                </a:lnTo>
                <a:lnTo>
                  <a:pt x="5424522" y="8966830"/>
                </a:lnTo>
                <a:lnTo>
                  <a:pt x="0" y="896683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-134560" t="-163952" r="-230019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725980" y="9858981"/>
            <a:ext cx="10836040" cy="26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Root.mainloop() (something tkinter has to keep everything running but GUI tools have the same function in a different name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7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xelated folder"/>
          <p:cNvSpPr/>
          <p:nvPr/>
        </p:nvSpPr>
        <p:spPr>
          <a:xfrm flipH="false" flipV="false" rot="0">
            <a:off x="16285215" y="1187704"/>
            <a:ext cx="974085" cy="745618"/>
          </a:xfrm>
          <a:custGeom>
            <a:avLst/>
            <a:gdLst/>
            <a:ahLst/>
            <a:cxnLst/>
            <a:rect r="r" b="b" t="t" l="l"/>
            <a:pathLst>
              <a:path h="745618" w="974085">
                <a:moveTo>
                  <a:pt x="0" y="0"/>
                </a:moveTo>
                <a:lnTo>
                  <a:pt x="974085" y="0"/>
                </a:lnTo>
                <a:lnTo>
                  <a:pt x="974085" y="745617"/>
                </a:lnTo>
                <a:lnTo>
                  <a:pt x="0" y="7456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68477" y="3591529"/>
            <a:ext cx="9615524" cy="6324878"/>
          </a:xfrm>
          <a:custGeom>
            <a:avLst/>
            <a:gdLst/>
            <a:ahLst/>
            <a:cxnLst/>
            <a:rect r="r" b="b" t="t" l="l"/>
            <a:pathLst>
              <a:path h="6324878" w="9615524">
                <a:moveTo>
                  <a:pt x="0" y="0"/>
                </a:moveTo>
                <a:lnTo>
                  <a:pt x="9615524" y="0"/>
                </a:lnTo>
                <a:lnTo>
                  <a:pt x="9615524" y="6324878"/>
                </a:lnTo>
                <a:lnTo>
                  <a:pt x="0" y="63248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86770" y="2332869"/>
            <a:ext cx="11714461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8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PSEUDOCODE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7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xelated folder"/>
          <p:cNvSpPr/>
          <p:nvPr/>
        </p:nvSpPr>
        <p:spPr>
          <a:xfrm flipH="false" flipV="false" rot="0">
            <a:off x="16285215" y="1187704"/>
            <a:ext cx="974085" cy="745618"/>
          </a:xfrm>
          <a:custGeom>
            <a:avLst/>
            <a:gdLst/>
            <a:ahLst/>
            <a:cxnLst/>
            <a:rect r="r" b="b" t="t" l="l"/>
            <a:pathLst>
              <a:path h="745618" w="974085">
                <a:moveTo>
                  <a:pt x="0" y="0"/>
                </a:moveTo>
                <a:lnTo>
                  <a:pt x="974085" y="0"/>
                </a:lnTo>
                <a:lnTo>
                  <a:pt x="974085" y="745617"/>
                </a:lnTo>
                <a:lnTo>
                  <a:pt x="0" y="7456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8886" y="524857"/>
            <a:ext cx="6553980" cy="9902884"/>
            <a:chOff x="0" y="0"/>
            <a:chExt cx="8738640" cy="13203846"/>
          </a:xfrm>
        </p:grpSpPr>
        <p:sp>
          <p:nvSpPr>
            <p:cNvPr name="Freeform 4" id="4" descr="pixel old tech window"/>
            <p:cNvSpPr/>
            <p:nvPr/>
          </p:nvSpPr>
          <p:spPr>
            <a:xfrm flipH="false" flipV="false" rot="0">
              <a:off x="0" y="0"/>
              <a:ext cx="6462186" cy="12924372"/>
            </a:xfrm>
            <a:custGeom>
              <a:avLst/>
              <a:gdLst/>
              <a:ahLst/>
              <a:cxnLst/>
              <a:rect r="r" b="b" t="t" l="l"/>
              <a:pathLst>
                <a:path h="12924372" w="6462186">
                  <a:moveTo>
                    <a:pt x="0" y="0"/>
                  </a:moveTo>
                  <a:lnTo>
                    <a:pt x="6462186" y="0"/>
                  </a:lnTo>
                  <a:lnTo>
                    <a:pt x="6462186" y="12924372"/>
                  </a:lnTo>
                  <a:lnTo>
                    <a:pt x="0" y="12924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327240" y="2340941"/>
              <a:ext cx="8411401" cy="10862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MAIN MENU LOOP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FUNCTION main_menu():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WHILE True: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CLEAR screen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DISPLAY "Current G: ", user_G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DISPLAY "Timer: ", timer.remaining_time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DISPLAY "Tips: ", random_tip()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DISPLAY BUTTONS: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[1] Earn G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[2] Shop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[3] Generator Status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[4] Exit Game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EVERY 1/20 second (TICK):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CALL tick_update()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IF button [1] clicked: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CALL earn_G()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IF button [2] clicked: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CALL open_shop()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IF button [3] clicked: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CALL generator_status_menu()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IF button [4] clicked: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CALL save_game()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b="true" sz="14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EXIT program</a:t>
              </a: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</a:p>
            <a:p>
              <a:pPr algn="l">
                <a:lnSpc>
                  <a:spcPts val="20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87666" y="320469"/>
            <a:ext cx="7871634" cy="2480087"/>
            <a:chOff x="0" y="0"/>
            <a:chExt cx="10495511" cy="3306783"/>
          </a:xfrm>
        </p:grpSpPr>
        <p:sp>
          <p:nvSpPr>
            <p:cNvPr name="Freeform 7" id="7" descr="pixel old tech window"/>
            <p:cNvSpPr/>
            <p:nvPr/>
          </p:nvSpPr>
          <p:spPr>
            <a:xfrm flipH="false" flipV="false" rot="0">
              <a:off x="0" y="0"/>
              <a:ext cx="10160506" cy="3306783"/>
            </a:xfrm>
            <a:custGeom>
              <a:avLst/>
              <a:gdLst/>
              <a:ahLst/>
              <a:cxnLst/>
              <a:rect r="r" b="b" t="t" l="l"/>
              <a:pathLst>
                <a:path h="3306783" w="10160506">
                  <a:moveTo>
                    <a:pt x="0" y="0"/>
                  </a:moveTo>
                  <a:lnTo>
                    <a:pt x="10160506" y="0"/>
                  </a:lnTo>
                  <a:lnTo>
                    <a:pt x="10160506" y="3306783"/>
                  </a:lnTo>
                  <a:lnTo>
                    <a:pt x="0" y="3306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324912" y="1219052"/>
              <a:ext cx="10170600" cy="1614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5"/>
                </a:lnSpc>
                <a:spcBef>
                  <a:spcPct val="0"/>
                </a:spcBef>
              </a:pPr>
              <a:r>
                <a:rPr lang="en-US" b="true" sz="17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MAIN PROGRAM:</a:t>
              </a:r>
            </a:p>
            <a:p>
              <a:pPr algn="l">
                <a:lnSpc>
                  <a:spcPts val="2435"/>
                </a:lnSpc>
                <a:spcBef>
                  <a:spcPct val="0"/>
                </a:spcBef>
              </a:pPr>
              <a:r>
                <a:rPr lang="en-US" b="true" sz="17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LOAD saved_data.json</a:t>
              </a:r>
            </a:p>
            <a:p>
              <a:pPr algn="l">
                <a:lnSpc>
                  <a:spcPts val="2435"/>
                </a:lnSpc>
                <a:spcBef>
                  <a:spcPct val="0"/>
                </a:spcBef>
              </a:pPr>
              <a:r>
                <a:rPr lang="en-US" b="true" sz="17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INITIALIZE user_G, generators, electricity_status, timer, upgrades</a:t>
              </a:r>
            </a:p>
            <a:p>
              <a:pPr algn="l">
                <a:lnSpc>
                  <a:spcPts val="2435"/>
                </a:lnSpc>
                <a:spcBef>
                  <a:spcPct val="0"/>
                </a:spcBef>
              </a:pPr>
              <a:r>
                <a:rPr lang="en-US" b="true" sz="173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CALL main_menu()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59083" y="2328806"/>
            <a:ext cx="3684917" cy="3684917"/>
            <a:chOff x="0" y="0"/>
            <a:chExt cx="4913223" cy="4913223"/>
          </a:xfrm>
        </p:grpSpPr>
        <p:sp>
          <p:nvSpPr>
            <p:cNvPr name="Freeform 10" id="10" descr="pixel old tech window"/>
            <p:cNvSpPr/>
            <p:nvPr/>
          </p:nvSpPr>
          <p:spPr>
            <a:xfrm flipH="false" flipV="false" rot="0">
              <a:off x="0" y="0"/>
              <a:ext cx="4913223" cy="4913223"/>
            </a:xfrm>
            <a:custGeom>
              <a:avLst/>
              <a:gdLst/>
              <a:ahLst/>
              <a:cxnLst/>
              <a:rect r="r" b="b" t="t" l="l"/>
              <a:pathLst>
                <a:path h="4913223" w="4913223">
                  <a:moveTo>
                    <a:pt x="0" y="0"/>
                  </a:moveTo>
                  <a:lnTo>
                    <a:pt x="4913223" y="0"/>
                  </a:lnTo>
                  <a:lnTo>
                    <a:pt x="4913223" y="4913223"/>
                  </a:lnTo>
                  <a:lnTo>
                    <a:pt x="0" y="491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 descr="pixelated arrow"/>
            <p:cNvSpPr/>
            <p:nvPr/>
          </p:nvSpPr>
          <p:spPr>
            <a:xfrm flipH="false" flipV="false" rot="8638782">
              <a:off x="807333" y="1985303"/>
              <a:ext cx="2799362" cy="2173323"/>
            </a:xfrm>
            <a:custGeom>
              <a:avLst/>
              <a:gdLst/>
              <a:ahLst/>
              <a:cxnLst/>
              <a:rect r="r" b="b" t="t" l="l"/>
              <a:pathLst>
                <a:path h="2173323" w="2799362">
                  <a:moveTo>
                    <a:pt x="0" y="0"/>
                  </a:moveTo>
                  <a:lnTo>
                    <a:pt x="2799362" y="0"/>
                  </a:lnTo>
                  <a:lnTo>
                    <a:pt x="2799362" y="2173323"/>
                  </a:lnTo>
                  <a:lnTo>
                    <a:pt x="0" y="2173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87666" y="2800556"/>
            <a:ext cx="7384591" cy="3692295"/>
            <a:chOff x="0" y="0"/>
            <a:chExt cx="9846121" cy="4923061"/>
          </a:xfrm>
        </p:grpSpPr>
        <p:sp>
          <p:nvSpPr>
            <p:cNvPr name="Freeform 13" id="13" descr="pixel old tech window"/>
            <p:cNvSpPr/>
            <p:nvPr/>
          </p:nvSpPr>
          <p:spPr>
            <a:xfrm flipH="false" flipV="false" rot="0">
              <a:off x="0" y="0"/>
              <a:ext cx="9846121" cy="4923061"/>
            </a:xfrm>
            <a:custGeom>
              <a:avLst/>
              <a:gdLst/>
              <a:ahLst/>
              <a:cxnLst/>
              <a:rect r="r" b="b" t="t" l="l"/>
              <a:pathLst>
                <a:path h="4923061" w="9846121">
                  <a:moveTo>
                    <a:pt x="0" y="0"/>
                  </a:moveTo>
                  <a:lnTo>
                    <a:pt x="9846121" y="0"/>
                  </a:lnTo>
                  <a:lnTo>
                    <a:pt x="9846121" y="4923061"/>
                  </a:lnTo>
                  <a:lnTo>
                    <a:pt x="0" y="4923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336109" y="2043340"/>
              <a:ext cx="9173903" cy="13339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5089" indent="-282545" lvl="1">
                <a:lnSpc>
                  <a:spcPts val="2617"/>
                </a:lnSpc>
                <a:buAutoNum type="arabicPeriod" startAt="1"/>
              </a:pPr>
              <a:r>
                <a:rPr lang="en-US" sz="2617">
                  <a:solidFill>
                    <a:srgbClr val="000000"/>
                  </a:solidFill>
                  <a:latin typeface="Minecraftia"/>
                  <a:ea typeface="Minecraftia"/>
                  <a:cs typeface="Minecraftia"/>
                  <a:sym typeface="Minecraftia"/>
                </a:rPr>
                <a:t> Loads save data</a:t>
              </a:r>
            </a:p>
            <a:p>
              <a:pPr algn="l" marL="565089" indent="-282545" lvl="1">
                <a:lnSpc>
                  <a:spcPts val="2617"/>
                </a:lnSpc>
                <a:buAutoNum type="arabicPeriod" startAt="1"/>
              </a:pPr>
              <a:r>
                <a:rPr lang="en-US" sz="2617">
                  <a:solidFill>
                    <a:srgbClr val="000000"/>
                  </a:solidFill>
                  <a:latin typeface="Minecraftia"/>
                  <a:ea typeface="Minecraftia"/>
                  <a:cs typeface="Minecraftia"/>
                  <a:sym typeface="Minecraftia"/>
                </a:rPr>
                <a:t> Initializes user stats from data</a:t>
              </a:r>
            </a:p>
            <a:p>
              <a:pPr algn="l" marL="565089" indent="-282545" lvl="1">
                <a:lnSpc>
                  <a:spcPts val="2617"/>
                </a:lnSpc>
                <a:buAutoNum type="arabicPeriod" startAt="1"/>
              </a:pPr>
              <a:r>
                <a:rPr lang="en-US" sz="2617">
                  <a:solidFill>
                    <a:srgbClr val="000000"/>
                  </a:solidFill>
                  <a:latin typeface="Minecraftia"/>
                  <a:ea typeface="Minecraftia"/>
                  <a:cs typeface="Minecraftia"/>
                  <a:sym typeface="Minecraftia"/>
                </a:rPr>
                <a:t> Calls main menu function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252889" y="6783637"/>
            <a:ext cx="5915562" cy="3503363"/>
            <a:chOff x="0" y="0"/>
            <a:chExt cx="7887415" cy="4671150"/>
          </a:xfrm>
        </p:grpSpPr>
        <p:sp>
          <p:nvSpPr>
            <p:cNvPr name="Freeform 16" id="16" descr="pixel old tech window"/>
            <p:cNvSpPr/>
            <p:nvPr/>
          </p:nvSpPr>
          <p:spPr>
            <a:xfrm flipH="false" flipV="false" rot="0">
              <a:off x="0" y="0"/>
              <a:ext cx="7887415" cy="4671150"/>
            </a:xfrm>
            <a:custGeom>
              <a:avLst/>
              <a:gdLst/>
              <a:ahLst/>
              <a:cxnLst/>
              <a:rect r="r" b="b" t="t" l="l"/>
              <a:pathLst>
                <a:path h="4671150" w="7887415">
                  <a:moveTo>
                    <a:pt x="0" y="0"/>
                  </a:moveTo>
                  <a:lnTo>
                    <a:pt x="7887415" y="0"/>
                  </a:lnTo>
                  <a:lnTo>
                    <a:pt x="7887415" y="4671150"/>
                  </a:lnTo>
                  <a:lnTo>
                    <a:pt x="0" y="4671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9222" t="0" r="-922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269246" y="1648223"/>
              <a:ext cx="7348922" cy="17846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2675" indent="-226337" lvl="1">
                <a:lnSpc>
                  <a:spcPts val="2096"/>
                </a:lnSpc>
                <a:buAutoNum type="arabicPeriod" startAt="1"/>
              </a:pPr>
              <a:r>
                <a:rPr lang="en-US" sz="2096">
                  <a:solidFill>
                    <a:srgbClr val="000000"/>
                  </a:solidFill>
                  <a:latin typeface="Minecraftia"/>
                  <a:ea typeface="Minecraftia"/>
                  <a:cs typeface="Minecraftia"/>
                  <a:sym typeface="Minecraftia"/>
                </a:rPr>
                <a:t> Displays buttons</a:t>
              </a:r>
            </a:p>
            <a:p>
              <a:pPr algn="l" marL="452675" indent="-226337" lvl="1">
                <a:lnSpc>
                  <a:spcPts val="2096"/>
                </a:lnSpc>
                <a:buAutoNum type="arabicPeriod" startAt="1"/>
              </a:pPr>
              <a:r>
                <a:rPr lang="en-US" sz="2096">
                  <a:solidFill>
                    <a:srgbClr val="000000"/>
                  </a:solidFill>
                  <a:latin typeface="Minecraftia"/>
                  <a:ea typeface="Minecraftia"/>
                  <a:cs typeface="Minecraftia"/>
                  <a:sym typeface="Minecraftia"/>
                </a:rPr>
                <a:t> Updates game stats every tick (1/20</a:t>
              </a:r>
              <a:r>
                <a:rPr lang="en-US" sz="2096">
                  <a:solidFill>
                    <a:srgbClr val="000000"/>
                  </a:solidFill>
                  <a:latin typeface="Minecraftia"/>
                  <a:ea typeface="Minecraftia"/>
                  <a:cs typeface="Minecraftia"/>
                  <a:sym typeface="Minecraftia"/>
                </a:rPr>
                <a:t>th</a:t>
              </a:r>
              <a:r>
                <a:rPr lang="en-US" sz="2096">
                  <a:solidFill>
                    <a:srgbClr val="000000"/>
                  </a:solidFill>
                  <a:latin typeface="Minecraftia"/>
                  <a:ea typeface="Minecraftia"/>
                  <a:cs typeface="Minecraftia"/>
                  <a:sym typeface="Minecraftia"/>
                </a:rPr>
                <a:t> of a second)</a:t>
              </a:r>
            </a:p>
            <a:p>
              <a:pPr algn="l" marL="452675" indent="-226337" lvl="1">
                <a:lnSpc>
                  <a:spcPts val="2096"/>
                </a:lnSpc>
                <a:buAutoNum type="arabicPeriod" startAt="1"/>
              </a:pPr>
              <a:r>
                <a:rPr lang="en-US" sz="2096">
                  <a:solidFill>
                    <a:srgbClr val="000000"/>
                  </a:solidFill>
                  <a:latin typeface="Minecraftia"/>
                  <a:ea typeface="Minecraftia"/>
                  <a:cs typeface="Minecraftia"/>
                  <a:sym typeface="Minecraftia"/>
                </a:rPr>
                <a:t> Opens window corresponding to display button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7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xelated folder"/>
          <p:cNvSpPr/>
          <p:nvPr/>
        </p:nvSpPr>
        <p:spPr>
          <a:xfrm flipH="false" flipV="false" rot="0">
            <a:off x="16285215" y="1187704"/>
            <a:ext cx="974085" cy="745618"/>
          </a:xfrm>
          <a:custGeom>
            <a:avLst/>
            <a:gdLst/>
            <a:ahLst/>
            <a:cxnLst/>
            <a:rect r="r" b="b" t="t" l="l"/>
            <a:pathLst>
              <a:path h="745618" w="974085">
                <a:moveTo>
                  <a:pt x="0" y="0"/>
                </a:moveTo>
                <a:lnTo>
                  <a:pt x="974085" y="0"/>
                </a:lnTo>
                <a:lnTo>
                  <a:pt x="974085" y="745617"/>
                </a:lnTo>
                <a:lnTo>
                  <a:pt x="0" y="7456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pixel old tech window"/>
          <p:cNvSpPr/>
          <p:nvPr/>
        </p:nvSpPr>
        <p:spPr>
          <a:xfrm flipH="false" flipV="false" rot="0">
            <a:off x="3823961" y="431147"/>
            <a:ext cx="9855853" cy="9855853"/>
          </a:xfrm>
          <a:custGeom>
            <a:avLst/>
            <a:gdLst/>
            <a:ahLst/>
            <a:cxnLst/>
            <a:rect r="r" b="b" t="t" l="l"/>
            <a:pathLst>
              <a:path h="9855853" w="9855853">
                <a:moveTo>
                  <a:pt x="0" y="0"/>
                </a:moveTo>
                <a:lnTo>
                  <a:pt x="9855854" y="0"/>
                </a:lnTo>
                <a:lnTo>
                  <a:pt x="9855854" y="9855853"/>
                </a:lnTo>
                <a:lnTo>
                  <a:pt x="0" y="98558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40355" y="1580750"/>
            <a:ext cx="7493165" cy="870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  <a:spcBef>
                <a:spcPct val="0"/>
              </a:spcBef>
            </a:pPr>
          </a:p>
          <a:p>
            <a:pPr algn="l">
              <a:lnSpc>
                <a:spcPts val="2392"/>
              </a:lnSpc>
              <a:spcBef>
                <a:spcPct val="0"/>
              </a:spcBef>
            </a:pP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GAME LOOP ACTIONS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FUNCTION tick_update():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IF electricity_status == True: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FOR each generator in generators: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IF generator.broken == False: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    user_G += generator.output_rate / 20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ELSE: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    CONTINUE  # Skip broken generators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ELSE: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DISPLAY "Electricity Down! Fix to resume power!"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# Timer countdown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timer.remaining_time -= 1/20 second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IF timer.remaining_time &lt;= 0: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user_G -= user_G * 0.25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RESET timer.remaining_time to default value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# Random chance for generator breakdown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FOR each generator in generators: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IF random_chance(0.001):  # 0.1% chance per tick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generator.broken = True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EARNING G MANUALLY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FUNCTION earn_G():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user_G += 1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DISPLAY "+1 G"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</a:p>
          <a:p>
            <a:pPr algn="l">
              <a:lnSpc>
                <a:spcPts val="2392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9571129" y="2717663"/>
            <a:ext cx="534886" cy="2641410"/>
          </a:xfrm>
          <a:custGeom>
            <a:avLst/>
            <a:gdLst/>
            <a:ahLst/>
            <a:cxnLst/>
            <a:rect r="r" b="b" t="t" l="l"/>
            <a:pathLst>
              <a:path h="2641410" w="534886">
                <a:moveTo>
                  <a:pt x="534886" y="0"/>
                </a:moveTo>
                <a:lnTo>
                  <a:pt x="0" y="0"/>
                </a:lnTo>
                <a:lnTo>
                  <a:pt x="0" y="2641410"/>
                </a:lnTo>
                <a:lnTo>
                  <a:pt x="534886" y="2641410"/>
                </a:lnTo>
                <a:lnTo>
                  <a:pt x="53488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106015" y="3730969"/>
            <a:ext cx="2668594" cy="671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1"/>
              </a:lnSpc>
              <a:spcBef>
                <a:spcPct val="0"/>
              </a:spcBef>
            </a:pPr>
            <a:r>
              <a:rPr lang="en-US" sz="2671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Electricity manager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9393470" y="5508215"/>
            <a:ext cx="311381" cy="1537684"/>
          </a:xfrm>
          <a:custGeom>
            <a:avLst/>
            <a:gdLst/>
            <a:ahLst/>
            <a:cxnLst/>
            <a:rect r="r" b="b" t="t" l="l"/>
            <a:pathLst>
              <a:path h="1537684" w="311381">
                <a:moveTo>
                  <a:pt x="311381" y="0"/>
                </a:moveTo>
                <a:lnTo>
                  <a:pt x="0" y="0"/>
                </a:lnTo>
                <a:lnTo>
                  <a:pt x="0" y="1537683"/>
                </a:lnTo>
                <a:lnTo>
                  <a:pt x="311381" y="1537683"/>
                </a:lnTo>
                <a:lnTo>
                  <a:pt x="31138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704851" y="6010075"/>
            <a:ext cx="2668594" cy="100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1"/>
              </a:lnSpc>
              <a:spcBef>
                <a:spcPct val="0"/>
              </a:spcBef>
            </a:pPr>
            <a:r>
              <a:rPr lang="en-US" sz="2671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Time before taxes and timer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9704851" y="7210398"/>
            <a:ext cx="278564" cy="1375625"/>
          </a:xfrm>
          <a:custGeom>
            <a:avLst/>
            <a:gdLst/>
            <a:ahLst/>
            <a:cxnLst/>
            <a:rect r="r" b="b" t="t" l="l"/>
            <a:pathLst>
              <a:path h="1375625" w="278564">
                <a:moveTo>
                  <a:pt x="278564" y="0"/>
                </a:moveTo>
                <a:lnTo>
                  <a:pt x="0" y="0"/>
                </a:lnTo>
                <a:lnTo>
                  <a:pt x="0" y="1375625"/>
                </a:lnTo>
                <a:lnTo>
                  <a:pt x="278564" y="1375625"/>
                </a:lnTo>
                <a:lnTo>
                  <a:pt x="27856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844133" y="7425501"/>
            <a:ext cx="2668594" cy="100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1"/>
              </a:lnSpc>
              <a:spcBef>
                <a:spcPct val="0"/>
              </a:spcBef>
            </a:pPr>
            <a:r>
              <a:rPr lang="en-US" sz="2671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Generator break chance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6651871" y="8586023"/>
            <a:ext cx="246579" cy="1217672"/>
          </a:xfrm>
          <a:custGeom>
            <a:avLst/>
            <a:gdLst/>
            <a:ahLst/>
            <a:cxnLst/>
            <a:rect r="r" b="b" t="t" l="l"/>
            <a:pathLst>
              <a:path h="1217672" w="246579">
                <a:moveTo>
                  <a:pt x="246579" y="0"/>
                </a:moveTo>
                <a:lnTo>
                  <a:pt x="0" y="0"/>
                </a:lnTo>
                <a:lnTo>
                  <a:pt x="0" y="1217672"/>
                </a:lnTo>
                <a:lnTo>
                  <a:pt x="246579" y="1217672"/>
                </a:lnTo>
                <a:lnTo>
                  <a:pt x="24657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651871" y="8475695"/>
            <a:ext cx="2337179" cy="117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sz="2339">
                <a:solidFill>
                  <a:srgbClr val="000000"/>
                </a:solidFill>
                <a:latin typeface="Minecraftia"/>
                <a:ea typeface="Minecraftia"/>
                <a:cs typeface="Minecraftia"/>
                <a:sym typeface="Minecraftia"/>
              </a:rPr>
              <a:t>Clicking button to gain G manually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7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xelated folder"/>
          <p:cNvSpPr/>
          <p:nvPr/>
        </p:nvSpPr>
        <p:spPr>
          <a:xfrm flipH="false" flipV="false" rot="0">
            <a:off x="16285215" y="1187704"/>
            <a:ext cx="974085" cy="745618"/>
          </a:xfrm>
          <a:custGeom>
            <a:avLst/>
            <a:gdLst/>
            <a:ahLst/>
            <a:cxnLst/>
            <a:rect r="r" b="b" t="t" l="l"/>
            <a:pathLst>
              <a:path h="745618" w="974085">
                <a:moveTo>
                  <a:pt x="0" y="0"/>
                </a:moveTo>
                <a:lnTo>
                  <a:pt x="974085" y="0"/>
                </a:lnTo>
                <a:lnTo>
                  <a:pt x="974085" y="745617"/>
                </a:lnTo>
                <a:lnTo>
                  <a:pt x="0" y="7456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89521" y="-159476"/>
            <a:ext cx="10463080" cy="10605951"/>
            <a:chOff x="0" y="0"/>
            <a:chExt cx="13950774" cy="14141268"/>
          </a:xfrm>
        </p:grpSpPr>
        <p:sp>
          <p:nvSpPr>
            <p:cNvPr name="Freeform 4" id="4" descr="pixel old tech window"/>
            <p:cNvSpPr/>
            <p:nvPr/>
          </p:nvSpPr>
          <p:spPr>
            <a:xfrm flipH="false" flipV="false" rot="0">
              <a:off x="0" y="0"/>
              <a:ext cx="13950774" cy="13950774"/>
            </a:xfrm>
            <a:custGeom>
              <a:avLst/>
              <a:gdLst/>
              <a:ahLst/>
              <a:cxnLst/>
              <a:rect r="r" b="b" t="t" l="l"/>
              <a:pathLst>
                <a:path h="13950774" w="13950774">
                  <a:moveTo>
                    <a:pt x="0" y="0"/>
                  </a:moveTo>
                  <a:lnTo>
                    <a:pt x="13950774" y="0"/>
                  </a:lnTo>
                  <a:lnTo>
                    <a:pt x="13950774" y="13950774"/>
                  </a:lnTo>
                  <a:lnTo>
                    <a:pt x="0" y="13950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298274" y="1942920"/>
              <a:ext cx="8779776" cy="12198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5"/>
                </a:lnSpc>
              </a:pPr>
            </a:p>
            <a:p>
              <a:pPr algn="l">
                <a:lnSpc>
                  <a:spcPts val="2795"/>
                </a:lnSpc>
              </a:pPr>
              <a:r>
                <a:rPr lang="en-US" sz="1996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SHOP MENU</a:t>
              </a:r>
            </a:p>
            <a:p>
              <a:pPr algn="l">
                <a:lnSpc>
                  <a:spcPts val="2795"/>
                </a:lnSpc>
              </a:pPr>
              <a:r>
                <a:rPr lang="en-US" sz="1996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FUNCTION op</a:t>
              </a:r>
              <a:r>
                <a:rPr lang="en-US" sz="1996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en_shop():</a:t>
              </a:r>
            </a:p>
            <a:p>
              <a:pPr algn="l">
                <a:lnSpc>
                  <a:spcPts val="2795"/>
                </a:lnSpc>
              </a:pPr>
              <a:r>
                <a:rPr lang="en-US" sz="1996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WHILE True:</a:t>
              </a:r>
            </a:p>
            <a:p>
              <a:pPr algn="l">
                <a:lnSpc>
                  <a:spcPts val="2795"/>
                </a:lnSpc>
              </a:pPr>
              <a:r>
                <a:rPr lang="en-US" sz="1996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CLEAR screen</a:t>
              </a:r>
            </a:p>
            <a:p>
              <a:pPr algn="l">
                <a:lnSpc>
                  <a:spcPts val="2795"/>
                </a:lnSpc>
              </a:pPr>
              <a:r>
                <a:rPr lang="en-US" sz="1996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DISPLAY all available generators:</a:t>
              </a:r>
            </a:p>
            <a:p>
              <a:pPr algn="l">
                <a:lnSpc>
                  <a:spcPts val="2795"/>
                </a:lnSpc>
              </a:pPr>
              <a:r>
                <a:rPr lang="en-US" sz="1996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FOR each generator_type:</a:t>
              </a:r>
            </a:p>
            <a:p>
              <a:pPr algn="l">
                <a:lnSpc>
                  <a:spcPts val="2795"/>
                </a:lnSpc>
              </a:pPr>
              <a:r>
                <a:rPr lang="en-US" sz="1996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    DISPLAY name, cost, output_rate, count_owned</a:t>
              </a:r>
            </a:p>
            <a:p>
              <a:pPr algn="l">
                <a:lnSpc>
                  <a:spcPts val="2795"/>
                </a:lnSpc>
              </a:pPr>
            </a:p>
            <a:p>
              <a:pPr algn="l">
                <a:lnSpc>
                  <a:spcPts val="2795"/>
                </a:lnSpc>
              </a:pPr>
              <a:r>
                <a:rPr lang="en-US" sz="1996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DISPLAY "[B] Buy Generator | [E] Exit"</a:t>
              </a:r>
            </a:p>
            <a:p>
              <a:pPr algn="l">
                <a:lnSpc>
                  <a:spcPts val="2795"/>
                </a:lnSpc>
              </a:pPr>
            </a:p>
            <a:p>
              <a:pPr algn="l">
                <a:lnSpc>
                  <a:spcPts val="2795"/>
                </a:lnSpc>
              </a:pPr>
              <a:r>
                <a:rPr lang="en-US" sz="1996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INPUT choice</a:t>
              </a:r>
            </a:p>
            <a:p>
              <a:pPr algn="l">
                <a:lnSpc>
                  <a:spcPts val="2795"/>
                </a:lnSpc>
              </a:pPr>
            </a:p>
            <a:p>
              <a:pPr algn="l">
                <a:lnSpc>
                  <a:spcPts val="2795"/>
                </a:lnSpc>
              </a:pPr>
              <a:r>
                <a:rPr lang="en-US" sz="1996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IF choice == "B":</a:t>
              </a:r>
            </a:p>
            <a:p>
              <a:pPr algn="l">
                <a:lnSpc>
                  <a:spcPts val="2795"/>
                </a:lnSpc>
              </a:pPr>
              <a:r>
                <a:rPr lang="en-US" sz="1996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ASK which generator to buy</a:t>
              </a:r>
            </a:p>
            <a:p>
              <a:pPr algn="l">
                <a:lnSpc>
                  <a:spcPts val="2795"/>
                </a:lnSpc>
              </a:pPr>
              <a:r>
                <a:rPr lang="en-US" sz="1996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IF user_G &gt;= generator.cost:</a:t>
              </a:r>
            </a:p>
            <a:p>
              <a:pPr algn="l">
                <a:lnSpc>
                  <a:spcPts val="2795"/>
                </a:lnSpc>
              </a:pPr>
              <a:r>
                <a:rPr lang="en-US" sz="1996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    user_G -= generator.cost</a:t>
              </a:r>
            </a:p>
            <a:p>
              <a:pPr algn="l">
                <a:lnSpc>
                  <a:spcPts val="2795"/>
                </a:lnSpc>
              </a:pPr>
              <a:r>
                <a:rPr lang="en-US" sz="1996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    generator.count_owned += 1</a:t>
              </a:r>
            </a:p>
            <a:p>
              <a:pPr algn="l">
                <a:lnSpc>
                  <a:spcPts val="2795"/>
                </a:lnSpc>
              </a:pPr>
              <a:r>
                <a:rPr lang="en-US" sz="1996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    INCREASE generator.cost by inflation_rate</a:t>
              </a:r>
            </a:p>
            <a:p>
              <a:pPr algn="l">
                <a:lnSpc>
                  <a:spcPts val="2795"/>
                </a:lnSpc>
              </a:pPr>
              <a:r>
                <a:rPr lang="en-US" sz="1996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ELSE:</a:t>
              </a:r>
            </a:p>
            <a:p>
              <a:pPr algn="l">
                <a:lnSpc>
                  <a:spcPts val="2795"/>
                </a:lnSpc>
              </a:pPr>
              <a:r>
                <a:rPr lang="en-US" sz="1996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    DISPLAY "Not enough G!"</a:t>
              </a:r>
            </a:p>
            <a:p>
              <a:pPr algn="l">
                <a:lnSpc>
                  <a:spcPts val="2795"/>
                </a:lnSpc>
              </a:pPr>
            </a:p>
            <a:p>
              <a:pPr algn="l">
                <a:lnSpc>
                  <a:spcPts val="2795"/>
                </a:lnSpc>
              </a:pPr>
              <a:r>
                <a:rPr lang="en-US" sz="1996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IF choice == "E":</a:t>
              </a:r>
            </a:p>
            <a:p>
              <a:pPr algn="l">
                <a:lnSpc>
                  <a:spcPts val="2795"/>
                </a:lnSpc>
              </a:pPr>
              <a:r>
                <a:rPr lang="en-US" sz="1996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BREAK</a:t>
              </a:r>
            </a:p>
            <a:p>
              <a:pPr algn="l">
                <a:lnSpc>
                  <a:spcPts val="2795"/>
                </a:lnSpc>
              </a:pPr>
            </a:p>
            <a:p>
              <a:pPr algn="l">
                <a:lnSpc>
                  <a:spcPts val="2795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7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xelated folder"/>
          <p:cNvSpPr/>
          <p:nvPr/>
        </p:nvSpPr>
        <p:spPr>
          <a:xfrm flipH="false" flipV="false" rot="0">
            <a:off x="16285215" y="1187704"/>
            <a:ext cx="974085" cy="745618"/>
          </a:xfrm>
          <a:custGeom>
            <a:avLst/>
            <a:gdLst/>
            <a:ahLst/>
            <a:cxnLst/>
            <a:rect r="r" b="b" t="t" l="l"/>
            <a:pathLst>
              <a:path h="745618" w="974085">
                <a:moveTo>
                  <a:pt x="0" y="0"/>
                </a:moveTo>
                <a:lnTo>
                  <a:pt x="974085" y="0"/>
                </a:lnTo>
                <a:lnTo>
                  <a:pt x="974085" y="745617"/>
                </a:lnTo>
                <a:lnTo>
                  <a:pt x="0" y="7456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pixel old tech window"/>
          <p:cNvSpPr/>
          <p:nvPr/>
        </p:nvSpPr>
        <p:spPr>
          <a:xfrm flipH="false" flipV="false" rot="0">
            <a:off x="0" y="57634"/>
            <a:ext cx="7530099" cy="7530099"/>
          </a:xfrm>
          <a:custGeom>
            <a:avLst/>
            <a:gdLst/>
            <a:ahLst/>
            <a:cxnLst/>
            <a:rect r="r" b="b" t="t" l="l"/>
            <a:pathLst>
              <a:path h="7530099" w="7530099">
                <a:moveTo>
                  <a:pt x="0" y="0"/>
                </a:moveTo>
                <a:lnTo>
                  <a:pt x="7530099" y="0"/>
                </a:lnTo>
                <a:lnTo>
                  <a:pt x="7530099" y="7530099"/>
                </a:lnTo>
                <a:lnTo>
                  <a:pt x="0" y="75300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7649" y="1512887"/>
            <a:ext cx="6722735" cy="578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</a:p>
          <a:p>
            <a:pPr algn="l">
              <a:lnSpc>
                <a:spcPts val="2859"/>
              </a:lnSpc>
            </a:pPr>
          </a:p>
          <a:p>
            <a:pPr algn="l">
              <a:lnSpc>
                <a:spcPts val="2859"/>
              </a:lnSpc>
            </a:pPr>
            <a:r>
              <a:rPr lang="en-US" sz="2042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GENERATOR STATUS MENU</a:t>
            </a:r>
          </a:p>
          <a:p>
            <a:pPr algn="l">
              <a:lnSpc>
                <a:spcPts val="2859"/>
              </a:lnSpc>
            </a:pPr>
            <a:r>
              <a:rPr lang="en-US" sz="2042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FUNCTION generator_status_menu():</a:t>
            </a:r>
          </a:p>
          <a:p>
            <a:pPr algn="l">
              <a:lnSpc>
                <a:spcPts val="2859"/>
              </a:lnSpc>
            </a:pPr>
            <a:r>
              <a:rPr lang="en-US" sz="2042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WHILE True:</a:t>
            </a:r>
          </a:p>
          <a:p>
            <a:pPr algn="l">
              <a:lnSpc>
                <a:spcPts val="2859"/>
              </a:lnSpc>
            </a:pPr>
            <a:r>
              <a:rPr lang="en-US" sz="2042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CLEAR screen</a:t>
            </a:r>
          </a:p>
          <a:p>
            <a:pPr algn="l">
              <a:lnSpc>
                <a:spcPts val="2859"/>
              </a:lnSpc>
            </a:pPr>
            <a:r>
              <a:rPr lang="en-US" sz="2042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DISPLAY each generator:</a:t>
            </a:r>
          </a:p>
          <a:p>
            <a:pPr algn="l">
              <a:lnSpc>
                <a:spcPts val="2859"/>
              </a:lnSpc>
            </a:pPr>
            <a:r>
              <a:rPr lang="en-US" sz="2042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name, output_rate, broken_status, upgrade_level</a:t>
            </a:r>
          </a:p>
          <a:p>
            <a:pPr algn="l">
              <a:lnSpc>
                <a:spcPts val="2859"/>
              </a:lnSpc>
            </a:pPr>
          </a:p>
          <a:p>
            <a:pPr algn="l">
              <a:lnSpc>
                <a:spcPts val="2859"/>
              </a:lnSpc>
            </a:pPr>
            <a:r>
              <a:rPr lang="en-US" sz="2042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DISPLAY BUTTONS:</a:t>
            </a:r>
          </a:p>
          <a:p>
            <a:pPr algn="l">
              <a:lnSpc>
                <a:spcPts val="2859"/>
              </a:lnSpc>
            </a:pPr>
            <a:r>
              <a:rPr lang="en-US" sz="2042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[1] Fix Generator</a:t>
            </a:r>
          </a:p>
          <a:p>
            <a:pPr algn="l">
              <a:lnSpc>
                <a:spcPts val="2859"/>
              </a:lnSpc>
            </a:pPr>
            <a:r>
              <a:rPr lang="en-US" sz="2042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[2] Upgrade Generator</a:t>
            </a:r>
          </a:p>
          <a:p>
            <a:pPr algn="l">
              <a:lnSpc>
                <a:spcPts val="2859"/>
              </a:lnSpc>
            </a:pPr>
            <a:r>
              <a:rPr lang="en-US" sz="2042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[3] Fix Electricity</a:t>
            </a:r>
          </a:p>
          <a:p>
            <a:pPr algn="l">
              <a:lnSpc>
                <a:spcPts val="2859"/>
              </a:lnSpc>
            </a:pPr>
            <a:r>
              <a:rPr lang="en-US" sz="2042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[4] Exit</a:t>
            </a:r>
          </a:p>
          <a:p>
            <a:pPr algn="l">
              <a:lnSpc>
                <a:spcPts val="2859"/>
              </a:lnSpc>
            </a:pPr>
          </a:p>
          <a:p>
            <a:pPr algn="l">
              <a:lnSpc>
                <a:spcPts val="2859"/>
              </a:lnSpc>
              <a:spcBef>
                <a:spcPct val="0"/>
              </a:spcBef>
            </a:pPr>
          </a:p>
        </p:txBody>
      </p:sp>
      <p:sp>
        <p:nvSpPr>
          <p:cNvPr name="Freeform 5" id="5" descr="pixel old tech window"/>
          <p:cNvSpPr/>
          <p:nvPr/>
        </p:nvSpPr>
        <p:spPr>
          <a:xfrm flipH="false" flipV="false" rot="0">
            <a:off x="7869005" y="57634"/>
            <a:ext cx="10250291" cy="10250291"/>
          </a:xfrm>
          <a:custGeom>
            <a:avLst/>
            <a:gdLst/>
            <a:ahLst/>
            <a:cxnLst/>
            <a:rect r="r" b="b" t="t" l="l"/>
            <a:pathLst>
              <a:path h="10250291" w="10250291">
                <a:moveTo>
                  <a:pt x="0" y="0"/>
                </a:moveTo>
                <a:lnTo>
                  <a:pt x="10250291" y="0"/>
                </a:lnTo>
                <a:lnTo>
                  <a:pt x="10250291" y="10250291"/>
                </a:lnTo>
                <a:lnTo>
                  <a:pt x="0" y="10250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692161" y="890333"/>
            <a:ext cx="6430992" cy="9417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INPUT choice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IF choice == 1:</a:t>
            </a: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ASK which generator to fix</a:t>
            </a: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IF generator.broken == True:</a:t>
            </a: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    CALL fix_minigame(generator)</a:t>
            </a: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ELSE:</a:t>
            </a: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    DISPLAY "That generator is already working!"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IF choice == 2:</a:t>
            </a: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ASK which generator to upgrade</a:t>
            </a: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IF user_G &gt;= generator.upgrade_cost:</a:t>
            </a: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    user_G -= generator.upgrade_cost</a:t>
            </a: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    generator.output_rate *= 1.2</a:t>
            </a: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    generator.upgrade_level += 1</a:t>
            </a: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    generator.upgrade_cost *= 1.5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IF choice == 3:</a:t>
            </a: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IF electricity_status == False:</a:t>
            </a: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    CALL electricity_memory_game()</a:t>
            </a: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ELSE:</a:t>
            </a: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    DISPLAY "Electricity is already active!"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IF choice == 4:</a:t>
            </a:r>
          </a:p>
          <a:p>
            <a:pPr algn="l">
              <a:lnSpc>
                <a:spcPts val="2543"/>
              </a:lnSpc>
            </a:pPr>
            <a:r>
              <a:rPr lang="en-US" sz="181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BREAK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7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xelated folder"/>
          <p:cNvSpPr/>
          <p:nvPr/>
        </p:nvSpPr>
        <p:spPr>
          <a:xfrm flipH="false" flipV="false" rot="0">
            <a:off x="16285215" y="1187704"/>
            <a:ext cx="974085" cy="745618"/>
          </a:xfrm>
          <a:custGeom>
            <a:avLst/>
            <a:gdLst/>
            <a:ahLst/>
            <a:cxnLst/>
            <a:rect r="r" b="b" t="t" l="l"/>
            <a:pathLst>
              <a:path h="745618" w="974085">
                <a:moveTo>
                  <a:pt x="0" y="0"/>
                </a:moveTo>
                <a:lnTo>
                  <a:pt x="974085" y="0"/>
                </a:lnTo>
                <a:lnTo>
                  <a:pt x="974085" y="745617"/>
                </a:lnTo>
                <a:lnTo>
                  <a:pt x="0" y="7456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pixel old tech window"/>
          <p:cNvSpPr/>
          <p:nvPr/>
        </p:nvSpPr>
        <p:spPr>
          <a:xfrm flipH="false" flipV="false" rot="0">
            <a:off x="6017116" y="-797053"/>
            <a:ext cx="5626378" cy="11252757"/>
          </a:xfrm>
          <a:custGeom>
            <a:avLst/>
            <a:gdLst/>
            <a:ahLst/>
            <a:cxnLst/>
            <a:rect r="r" b="b" t="t" l="l"/>
            <a:pathLst>
              <a:path h="11252757" w="5626378">
                <a:moveTo>
                  <a:pt x="0" y="0"/>
                </a:moveTo>
                <a:lnTo>
                  <a:pt x="5626378" y="0"/>
                </a:lnTo>
                <a:lnTo>
                  <a:pt x="5626378" y="11252757"/>
                </a:lnTo>
                <a:lnTo>
                  <a:pt x="0" y="112527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58529" y="722948"/>
            <a:ext cx="4246407" cy="9140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7"/>
              </a:lnSpc>
            </a:pPr>
          </a:p>
          <a:p>
            <a:pPr algn="l">
              <a:lnSpc>
                <a:spcPts val="2297"/>
              </a:lnSpc>
            </a:pP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MINIGAMES</a:t>
            </a: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FUNCTION fix_minigame(generator):</a:t>
            </a: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DISPLAY "Fixing generator... Type the shown letters quickly!"</a:t>
            </a:r>
          </a:p>
          <a:p>
            <a:pPr algn="l">
              <a:lnSpc>
                <a:spcPts val="2297"/>
              </a:lnSpc>
            </a:pP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SET timer = 5 seconds</a:t>
            </a: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WHILE timer &gt; 0:</a:t>
            </a: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DISPLAY random letter</a:t>
            </a: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WAIT for user input</a:t>
            </a: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IF user input matches:</a:t>
            </a: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CONTINUE</a:t>
            </a: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ELSE:</a:t>
            </a: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DISPLAY "Failed! Try again."</a:t>
            </a: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RETURN</a:t>
            </a:r>
          </a:p>
          <a:p>
            <a:pPr algn="l">
              <a:lnSpc>
                <a:spcPts val="2297"/>
              </a:lnSpc>
            </a:pP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DISPLAY "Generator fixed!"</a:t>
            </a: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generator.broken = False</a:t>
            </a: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FUNCTION electricity_memory_game():</a:t>
            </a: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DISPLAY "Memory Restore Game!"</a:t>
            </a:r>
          </a:p>
          <a:p>
            <a:pPr algn="l">
              <a:lnSpc>
                <a:spcPts val="2297"/>
              </a:lnSpc>
            </a:pP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GENERATE sequence of 5 random letters</a:t>
            </a: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DISPLAY them for 3 seconds</a:t>
            </a: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CLEAR screen</a:t>
            </a: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ASK user to type the sequence</a:t>
            </a:r>
          </a:p>
          <a:p>
            <a:pPr algn="l">
              <a:lnSpc>
                <a:spcPts val="2297"/>
              </a:lnSpc>
            </a:pP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IF correct:</a:t>
            </a: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DISPLAY "Electricity Restored!"</a:t>
            </a: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electricity_status = True</a:t>
            </a:r>
          </a:p>
          <a:p>
            <a:pPr algn="l">
              <a:lnSpc>
                <a:spcPts val="2297"/>
              </a:lnSpc>
            </a:pPr>
            <a:r>
              <a:rPr lang="en-US" sz="1641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ELSE:</a:t>
            </a:r>
          </a:p>
          <a:p>
            <a:pPr algn="l">
              <a:lnSpc>
                <a:spcPts val="2297"/>
              </a:lnSpc>
              <a:spcBef>
                <a:spcPct val="0"/>
              </a:spcBef>
            </a:pPr>
            <a:r>
              <a:rPr lang="en-US" b="true" sz="164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DISPLAY "Failed! Try again later."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7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xelated folder"/>
          <p:cNvSpPr/>
          <p:nvPr/>
        </p:nvSpPr>
        <p:spPr>
          <a:xfrm flipH="false" flipV="false" rot="0">
            <a:off x="16285215" y="1187704"/>
            <a:ext cx="974085" cy="745618"/>
          </a:xfrm>
          <a:custGeom>
            <a:avLst/>
            <a:gdLst/>
            <a:ahLst/>
            <a:cxnLst/>
            <a:rect r="r" b="b" t="t" l="l"/>
            <a:pathLst>
              <a:path h="745618" w="974085">
                <a:moveTo>
                  <a:pt x="0" y="0"/>
                </a:moveTo>
                <a:lnTo>
                  <a:pt x="974085" y="0"/>
                </a:lnTo>
                <a:lnTo>
                  <a:pt x="974085" y="745617"/>
                </a:lnTo>
                <a:lnTo>
                  <a:pt x="0" y="7456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pixel old tech window"/>
          <p:cNvSpPr/>
          <p:nvPr/>
        </p:nvSpPr>
        <p:spPr>
          <a:xfrm flipH="false" flipV="false" rot="0">
            <a:off x="275325" y="152069"/>
            <a:ext cx="9982863" cy="9982863"/>
          </a:xfrm>
          <a:custGeom>
            <a:avLst/>
            <a:gdLst/>
            <a:ahLst/>
            <a:cxnLst/>
            <a:rect r="r" b="b" t="t" l="l"/>
            <a:pathLst>
              <a:path h="9982863" w="9982863">
                <a:moveTo>
                  <a:pt x="0" y="0"/>
                </a:moveTo>
                <a:lnTo>
                  <a:pt x="9982863" y="0"/>
                </a:lnTo>
                <a:lnTo>
                  <a:pt x="9982863" y="9982862"/>
                </a:lnTo>
                <a:lnTo>
                  <a:pt x="0" y="99828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0300" y="1837740"/>
            <a:ext cx="6630699" cy="780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b="true" sz="224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SAVE AND LOAD SYSTEM</a:t>
            </a:r>
          </a:p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b="true" sz="224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FUNCTION save_game():</a:t>
            </a:r>
          </a:p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b="true" sz="224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data = {</a:t>
            </a:r>
          </a:p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b="true" sz="224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"user_G": user_G,</a:t>
            </a:r>
          </a:p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b="true" sz="224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"generators": list of generator states,</a:t>
            </a:r>
          </a:p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b="true" sz="224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"electricity_status": electricity_status,</a:t>
            </a:r>
          </a:p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b="true" sz="224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"timer": timer.remaining_time</a:t>
            </a:r>
          </a:p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b="true" sz="224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}</a:t>
            </a:r>
          </a:p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b="true" sz="224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WRITE data TO "saved_data.json"</a:t>
            </a:r>
          </a:p>
          <a:p>
            <a:pPr algn="l">
              <a:lnSpc>
                <a:spcPts val="3143"/>
              </a:lnSpc>
              <a:spcBef>
                <a:spcPct val="0"/>
              </a:spcBef>
            </a:pPr>
          </a:p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b="true" sz="224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FUNCTION load_game():</a:t>
            </a:r>
          </a:p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b="true" sz="224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IF "saved_data.json" exists:</a:t>
            </a:r>
          </a:p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b="true" sz="224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READ data</a:t>
            </a:r>
          </a:p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b="true" sz="224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user_G = data["user_G"]</a:t>
            </a:r>
          </a:p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b="true" sz="224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generators = data["generators"]</a:t>
            </a:r>
          </a:p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b="true" sz="224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electricity_status = data["electricity_status"]</a:t>
            </a:r>
          </a:p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b="true" sz="224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timer.remaining_time = data["timer"]</a:t>
            </a:r>
          </a:p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b="true" sz="224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ELSE:</a:t>
            </a:r>
          </a:p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b="true" sz="224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INITIALIZE default values</a:t>
            </a:r>
          </a:p>
          <a:p>
            <a:pPr algn="l">
              <a:lnSpc>
                <a:spcPts val="3143"/>
              </a:lnSpc>
              <a:spcBef>
                <a:spcPct val="0"/>
              </a:spcBef>
            </a:pPr>
          </a:p>
        </p:txBody>
      </p:sp>
      <p:sp>
        <p:nvSpPr>
          <p:cNvPr name="Freeform 5" id="5" descr="pixel old tech window"/>
          <p:cNvSpPr/>
          <p:nvPr/>
        </p:nvSpPr>
        <p:spPr>
          <a:xfrm flipH="false" flipV="false" rot="0">
            <a:off x="10384031" y="0"/>
            <a:ext cx="4629150" cy="9258300"/>
          </a:xfrm>
          <a:custGeom>
            <a:avLst/>
            <a:gdLst/>
            <a:ahLst/>
            <a:cxnLst/>
            <a:rect r="r" b="b" t="t" l="l"/>
            <a:pathLst>
              <a:path h="9258300" w="4629150">
                <a:moveTo>
                  <a:pt x="0" y="0"/>
                </a:moveTo>
                <a:lnTo>
                  <a:pt x="4629150" y="0"/>
                </a:lnTo>
                <a:lnTo>
                  <a:pt x="462915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775223" y="1828215"/>
            <a:ext cx="2810726" cy="724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9"/>
              </a:lnSpc>
              <a:spcBef>
                <a:spcPct val="0"/>
              </a:spcBef>
            </a:pPr>
            <a:r>
              <a:rPr lang="en-US" b="true" sz="217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TIPS S</a:t>
            </a:r>
            <a:r>
              <a:rPr lang="en-US" b="true" sz="217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YSTEM</a:t>
            </a:r>
          </a:p>
          <a:p>
            <a:pPr algn="l">
              <a:lnSpc>
                <a:spcPts val="3039"/>
              </a:lnSpc>
              <a:spcBef>
                <a:spcPct val="0"/>
              </a:spcBef>
            </a:pPr>
            <a:r>
              <a:rPr lang="en-US" b="true" sz="217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FUNCTION random_tip():</a:t>
            </a:r>
          </a:p>
          <a:p>
            <a:pPr algn="l">
              <a:lnSpc>
                <a:spcPts val="3039"/>
              </a:lnSpc>
              <a:spcBef>
                <a:spcPct val="0"/>
              </a:spcBef>
            </a:pPr>
            <a:r>
              <a:rPr lang="en-US" b="true" sz="217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tips = [</a:t>
            </a:r>
          </a:p>
          <a:p>
            <a:pPr algn="l">
              <a:lnSpc>
                <a:spcPts val="3039"/>
              </a:lnSpc>
              <a:spcBef>
                <a:spcPct val="0"/>
              </a:spcBef>
            </a:pPr>
            <a:r>
              <a:rPr lang="en-US" b="true" sz="217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"Click the G button to earn G!",</a:t>
            </a:r>
          </a:p>
          <a:p>
            <a:pPr algn="l">
              <a:lnSpc>
                <a:spcPts val="3039"/>
              </a:lnSpc>
              <a:spcBef>
                <a:spcPct val="0"/>
              </a:spcBef>
            </a:pPr>
            <a:r>
              <a:rPr lang="en-US" b="true" sz="217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"Buy generators to automate G generation.",</a:t>
            </a:r>
          </a:p>
          <a:p>
            <a:pPr algn="l">
              <a:lnSpc>
                <a:spcPts val="3039"/>
              </a:lnSpc>
              <a:spcBef>
                <a:spcPct val="0"/>
              </a:spcBef>
            </a:pPr>
            <a:r>
              <a:rPr lang="en-US" b="true" sz="217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"Keep an eye on your generators — they can break!",</a:t>
            </a:r>
          </a:p>
          <a:p>
            <a:pPr algn="l">
              <a:lnSpc>
                <a:spcPts val="3039"/>
              </a:lnSpc>
              <a:spcBef>
                <a:spcPct val="0"/>
              </a:spcBef>
            </a:pPr>
            <a:r>
              <a:rPr lang="en-US" b="true" sz="217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"Don’t forget to restore power when it goes out."</a:t>
            </a:r>
          </a:p>
          <a:p>
            <a:pPr algn="l">
              <a:lnSpc>
                <a:spcPts val="3039"/>
              </a:lnSpc>
              <a:spcBef>
                <a:spcPct val="0"/>
              </a:spcBef>
            </a:pPr>
            <a:r>
              <a:rPr lang="en-US" b="true" sz="217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]</a:t>
            </a:r>
          </a:p>
          <a:p>
            <a:pPr algn="l">
              <a:lnSpc>
                <a:spcPts val="3039"/>
              </a:lnSpc>
              <a:spcBef>
                <a:spcPct val="0"/>
              </a:spcBef>
            </a:pPr>
            <a:r>
              <a:rPr lang="en-US" b="true" sz="217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RETURN random choice from tips</a:t>
            </a:r>
          </a:p>
          <a:p>
            <a:pPr algn="l">
              <a:lnSpc>
                <a:spcPts val="30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ixel Old Tech Blank Page"/>
          <p:cNvSpPr/>
          <p:nvPr/>
        </p:nvSpPr>
        <p:spPr>
          <a:xfrm flipH="false" flipV="false" rot="0">
            <a:off x="-1816736" y="-5817236"/>
            <a:ext cx="21921472" cy="21921472"/>
          </a:xfrm>
          <a:custGeom>
            <a:avLst/>
            <a:gdLst/>
            <a:ahLst/>
            <a:cxnLst/>
            <a:rect r="r" b="b" t="t" l="l"/>
            <a:pathLst>
              <a:path h="21921472" w="21921472">
                <a:moveTo>
                  <a:pt x="0" y="0"/>
                </a:moveTo>
                <a:lnTo>
                  <a:pt x="21921472" y="0"/>
                </a:lnTo>
                <a:lnTo>
                  <a:pt x="21921472" y="21921472"/>
                </a:lnTo>
                <a:lnTo>
                  <a:pt x="0" y="2192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pixel old tech window"/>
          <p:cNvSpPr/>
          <p:nvPr/>
        </p:nvSpPr>
        <p:spPr>
          <a:xfrm flipH="false" flipV="false" rot="0">
            <a:off x="-2051798" y="6727729"/>
            <a:ext cx="7151220" cy="2327397"/>
          </a:xfrm>
          <a:custGeom>
            <a:avLst/>
            <a:gdLst/>
            <a:ahLst/>
            <a:cxnLst/>
            <a:rect r="r" b="b" t="t" l="l"/>
            <a:pathLst>
              <a:path h="2327397" w="7151220">
                <a:moveTo>
                  <a:pt x="0" y="0"/>
                </a:moveTo>
                <a:lnTo>
                  <a:pt x="7151219" y="0"/>
                </a:lnTo>
                <a:lnTo>
                  <a:pt x="7151219" y="2327397"/>
                </a:lnTo>
                <a:lnTo>
                  <a:pt x="0" y="23273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pixel old tech window"/>
          <p:cNvSpPr/>
          <p:nvPr/>
        </p:nvSpPr>
        <p:spPr>
          <a:xfrm flipH="false" flipV="false" rot="0">
            <a:off x="15077168" y="1724416"/>
            <a:ext cx="4364264" cy="8728529"/>
          </a:xfrm>
          <a:custGeom>
            <a:avLst/>
            <a:gdLst/>
            <a:ahLst/>
            <a:cxnLst/>
            <a:rect r="r" b="b" t="t" l="l"/>
            <a:pathLst>
              <a:path h="8728529" w="4364264">
                <a:moveTo>
                  <a:pt x="0" y="0"/>
                </a:moveTo>
                <a:lnTo>
                  <a:pt x="4364264" y="0"/>
                </a:lnTo>
                <a:lnTo>
                  <a:pt x="4364264" y="8728529"/>
                </a:lnTo>
                <a:lnTo>
                  <a:pt x="0" y="87285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 descr="pixel old tech window"/>
          <p:cNvSpPr/>
          <p:nvPr/>
        </p:nvSpPr>
        <p:spPr>
          <a:xfrm flipH="false" flipV="false" rot="0">
            <a:off x="13333126" y="0"/>
            <a:ext cx="3684917" cy="3684917"/>
          </a:xfrm>
          <a:custGeom>
            <a:avLst/>
            <a:gdLst/>
            <a:ahLst/>
            <a:cxnLst/>
            <a:rect r="r" b="b" t="t" l="l"/>
            <a:pathLst>
              <a:path h="3684917" w="3684917">
                <a:moveTo>
                  <a:pt x="0" y="0"/>
                </a:moveTo>
                <a:lnTo>
                  <a:pt x="3684918" y="0"/>
                </a:lnTo>
                <a:lnTo>
                  <a:pt x="3684918" y="3684917"/>
                </a:lnTo>
                <a:lnTo>
                  <a:pt x="0" y="36849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pixel old tech window"/>
          <p:cNvSpPr/>
          <p:nvPr/>
        </p:nvSpPr>
        <p:spPr>
          <a:xfrm flipH="false" flipV="false" rot="0">
            <a:off x="1523812" y="-5528151"/>
            <a:ext cx="4364264" cy="8728529"/>
          </a:xfrm>
          <a:custGeom>
            <a:avLst/>
            <a:gdLst/>
            <a:ahLst/>
            <a:cxnLst/>
            <a:rect r="r" b="b" t="t" l="l"/>
            <a:pathLst>
              <a:path h="8728529" w="4364264">
                <a:moveTo>
                  <a:pt x="0" y="0"/>
                </a:moveTo>
                <a:lnTo>
                  <a:pt x="4364264" y="0"/>
                </a:lnTo>
                <a:lnTo>
                  <a:pt x="4364264" y="8728529"/>
                </a:lnTo>
                <a:lnTo>
                  <a:pt x="0" y="87285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pixel old tech window"/>
          <p:cNvSpPr/>
          <p:nvPr/>
        </p:nvSpPr>
        <p:spPr>
          <a:xfrm flipH="false" flipV="false" rot="0">
            <a:off x="3443210" y="2152891"/>
            <a:ext cx="10495805" cy="5247903"/>
          </a:xfrm>
          <a:custGeom>
            <a:avLst/>
            <a:gdLst/>
            <a:ahLst/>
            <a:cxnLst/>
            <a:rect r="r" b="b" t="t" l="l"/>
            <a:pathLst>
              <a:path h="5247903" w="10495805">
                <a:moveTo>
                  <a:pt x="0" y="0"/>
                </a:moveTo>
                <a:lnTo>
                  <a:pt x="10495805" y="0"/>
                </a:lnTo>
                <a:lnTo>
                  <a:pt x="10495805" y="5247902"/>
                </a:lnTo>
                <a:lnTo>
                  <a:pt x="0" y="52479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 descr="pixel old tech window"/>
          <p:cNvSpPr/>
          <p:nvPr/>
        </p:nvSpPr>
        <p:spPr>
          <a:xfrm flipH="false" flipV="false" rot="0">
            <a:off x="3705944" y="2391347"/>
            <a:ext cx="10495805" cy="5247903"/>
          </a:xfrm>
          <a:custGeom>
            <a:avLst/>
            <a:gdLst/>
            <a:ahLst/>
            <a:cxnLst/>
            <a:rect r="r" b="b" t="t" l="l"/>
            <a:pathLst>
              <a:path h="5247903" w="10495805">
                <a:moveTo>
                  <a:pt x="0" y="0"/>
                </a:moveTo>
                <a:lnTo>
                  <a:pt x="10495805" y="0"/>
                </a:lnTo>
                <a:lnTo>
                  <a:pt x="10495805" y="5247902"/>
                </a:lnTo>
                <a:lnTo>
                  <a:pt x="0" y="52479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 descr="pixel old tech window"/>
          <p:cNvSpPr/>
          <p:nvPr/>
        </p:nvSpPr>
        <p:spPr>
          <a:xfrm flipH="false" flipV="false" rot="0">
            <a:off x="3958123" y="2643525"/>
            <a:ext cx="10495805" cy="5247903"/>
          </a:xfrm>
          <a:custGeom>
            <a:avLst/>
            <a:gdLst/>
            <a:ahLst/>
            <a:cxnLst/>
            <a:rect r="r" b="b" t="t" l="l"/>
            <a:pathLst>
              <a:path h="5247903" w="10495805">
                <a:moveTo>
                  <a:pt x="0" y="0"/>
                </a:moveTo>
                <a:lnTo>
                  <a:pt x="10495805" y="0"/>
                </a:lnTo>
                <a:lnTo>
                  <a:pt x="10495805" y="5247903"/>
                </a:lnTo>
                <a:lnTo>
                  <a:pt x="0" y="5247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 descr="old tech warning sign"/>
          <p:cNvSpPr/>
          <p:nvPr/>
        </p:nvSpPr>
        <p:spPr>
          <a:xfrm flipH="false" flipV="false" rot="0">
            <a:off x="4227848" y="2909472"/>
            <a:ext cx="581810" cy="581810"/>
          </a:xfrm>
          <a:custGeom>
            <a:avLst/>
            <a:gdLst/>
            <a:ahLst/>
            <a:cxnLst/>
            <a:rect r="r" b="b" t="t" l="l"/>
            <a:pathLst>
              <a:path h="581810" w="581810">
                <a:moveTo>
                  <a:pt x="0" y="0"/>
                </a:moveTo>
                <a:lnTo>
                  <a:pt x="581810" y="0"/>
                </a:lnTo>
                <a:lnTo>
                  <a:pt x="581810" y="581811"/>
                </a:lnTo>
                <a:lnTo>
                  <a:pt x="0" y="58181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 descr="cursor"/>
          <p:cNvSpPr/>
          <p:nvPr/>
        </p:nvSpPr>
        <p:spPr>
          <a:xfrm flipH="false" flipV="false" rot="0">
            <a:off x="12848391" y="7478728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5" y="0"/>
                </a:lnTo>
                <a:lnTo>
                  <a:pt x="484735" y="825400"/>
                </a:lnTo>
                <a:lnTo>
                  <a:pt x="0" y="82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3569053" y="2909472"/>
            <a:ext cx="613646" cy="613646"/>
          </a:xfrm>
          <a:custGeom>
            <a:avLst/>
            <a:gdLst/>
            <a:ahLst/>
            <a:cxnLst/>
            <a:rect r="r" b="b" t="t" l="l"/>
            <a:pathLst>
              <a:path h="613646" w="613646">
                <a:moveTo>
                  <a:pt x="0" y="0"/>
                </a:moveTo>
                <a:lnTo>
                  <a:pt x="613646" y="0"/>
                </a:lnTo>
                <a:lnTo>
                  <a:pt x="613646" y="613646"/>
                </a:lnTo>
                <a:lnTo>
                  <a:pt x="0" y="61364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72626" y="1323946"/>
            <a:ext cx="1658982" cy="4147456"/>
            <a:chOff x="0" y="0"/>
            <a:chExt cx="2211976" cy="55299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05988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05988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105988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105988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105988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284474" y="4613333"/>
              <a:ext cx="749016" cy="727227"/>
            </a:xfrm>
            <a:custGeom>
              <a:avLst/>
              <a:gdLst/>
              <a:ahLst/>
              <a:cxnLst/>
              <a:rect r="r" b="b" t="t" l="l"/>
              <a:pathLst>
                <a:path h="727227" w="749016">
                  <a:moveTo>
                    <a:pt x="0" y="0"/>
                  </a:moveTo>
                  <a:lnTo>
                    <a:pt x="749016" y="0"/>
                  </a:lnTo>
                  <a:lnTo>
                    <a:pt x="749016" y="727227"/>
                  </a:lnTo>
                  <a:lnTo>
                    <a:pt x="0" y="7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>
                <a:extLs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5" id="25" descr="pixel old tech window"/>
          <p:cNvSpPr/>
          <p:nvPr/>
        </p:nvSpPr>
        <p:spPr>
          <a:xfrm flipH="false" flipV="false" rot="0">
            <a:off x="4045617" y="8444541"/>
            <a:ext cx="3684917" cy="3684917"/>
          </a:xfrm>
          <a:custGeom>
            <a:avLst/>
            <a:gdLst/>
            <a:ahLst/>
            <a:cxnLst/>
            <a:rect r="r" b="b" t="t" l="l"/>
            <a:pathLst>
              <a:path h="3684917" w="3684917">
                <a:moveTo>
                  <a:pt x="0" y="0"/>
                </a:moveTo>
                <a:lnTo>
                  <a:pt x="3684918" y="0"/>
                </a:lnTo>
                <a:lnTo>
                  <a:pt x="3684918" y="3684918"/>
                </a:lnTo>
                <a:lnTo>
                  <a:pt x="0" y="36849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4623325" y="4577411"/>
            <a:ext cx="9165401" cy="2812838"/>
            <a:chOff x="0" y="0"/>
            <a:chExt cx="12220535" cy="3750451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0"/>
              <a:ext cx="12220535" cy="1454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180"/>
                </a:lnSpc>
              </a:pPr>
              <a:r>
                <a:rPr lang="en-US" sz="7180" u="none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Thank you!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590171"/>
              <a:ext cx="12220535" cy="2160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08"/>
                </a:lnSpc>
              </a:pPr>
              <a:r>
                <a:rPr lang="en-US" sz="3077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Github Link:</a:t>
              </a:r>
            </a:p>
            <a:p>
              <a:pPr algn="ctr">
                <a:lnSpc>
                  <a:spcPts val="4308"/>
                </a:lnSpc>
              </a:pPr>
              <a:r>
                <a:rPr lang="en-US" sz="3077" u="sng">
                  <a:solidFill>
                    <a:srgbClr val="0000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https://github.com/xbbatingkay-hub/camia-BatingkayOlympia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785412" cy="10583835"/>
            <a:chOff x="0" y="0"/>
            <a:chExt cx="1787105" cy="2787512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787104" cy="2787512"/>
            </a:xfrm>
            <a:custGeom>
              <a:avLst/>
              <a:gdLst/>
              <a:ahLst/>
              <a:cxnLst/>
              <a:rect r="r" b="b" t="t" l="l"/>
              <a:pathLst>
                <a:path h="2787512" w="1787104">
                  <a:moveTo>
                    <a:pt x="0" y="0"/>
                  </a:moveTo>
                  <a:lnTo>
                    <a:pt x="1787104" y="0"/>
                  </a:lnTo>
                  <a:lnTo>
                    <a:pt x="1787104" y="2787512"/>
                  </a:lnTo>
                  <a:lnTo>
                    <a:pt x="0" y="2787512"/>
                  </a:lnTo>
                  <a:close/>
                </a:path>
              </a:pathLst>
            </a:custGeom>
            <a:solidFill>
              <a:srgbClr val="067A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87105" cy="2825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 descr="pixel old tech notepad"/>
          <p:cNvSpPr/>
          <p:nvPr/>
        </p:nvSpPr>
        <p:spPr>
          <a:xfrm flipH="false" flipV="false" rot="0">
            <a:off x="7596229" y="592413"/>
            <a:ext cx="1151756" cy="1190725"/>
          </a:xfrm>
          <a:custGeom>
            <a:avLst/>
            <a:gdLst/>
            <a:ahLst/>
            <a:cxnLst/>
            <a:rect r="r" b="b" t="t" l="l"/>
            <a:pathLst>
              <a:path h="1190725" w="1151756">
                <a:moveTo>
                  <a:pt x="0" y="0"/>
                </a:moveTo>
                <a:lnTo>
                  <a:pt x="1151756" y="0"/>
                </a:lnTo>
                <a:lnTo>
                  <a:pt x="1151756" y="1190724"/>
                </a:lnTo>
                <a:lnTo>
                  <a:pt x="0" y="1190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floppy disk"/>
          <p:cNvSpPr/>
          <p:nvPr/>
        </p:nvSpPr>
        <p:spPr>
          <a:xfrm flipH="false" flipV="false" rot="0">
            <a:off x="7719379" y="2196232"/>
            <a:ext cx="1114074" cy="1114074"/>
          </a:xfrm>
          <a:custGeom>
            <a:avLst/>
            <a:gdLst/>
            <a:ahLst/>
            <a:cxnLst/>
            <a:rect r="r" b="b" t="t" l="l"/>
            <a:pathLst>
              <a:path h="1114074" w="1114074">
                <a:moveTo>
                  <a:pt x="0" y="0"/>
                </a:moveTo>
                <a:lnTo>
                  <a:pt x="1114074" y="0"/>
                </a:lnTo>
                <a:lnTo>
                  <a:pt x="1114074" y="1114073"/>
                </a:lnTo>
                <a:lnTo>
                  <a:pt x="0" y="11140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pixel old tech warning sign"/>
          <p:cNvSpPr/>
          <p:nvPr/>
        </p:nvSpPr>
        <p:spPr>
          <a:xfrm flipH="false" flipV="false" rot="0">
            <a:off x="7700538" y="3723400"/>
            <a:ext cx="1114074" cy="1114074"/>
          </a:xfrm>
          <a:custGeom>
            <a:avLst/>
            <a:gdLst/>
            <a:ahLst/>
            <a:cxnLst/>
            <a:rect r="r" b="b" t="t" l="l"/>
            <a:pathLst>
              <a:path h="1114074" w="1114074">
                <a:moveTo>
                  <a:pt x="0" y="0"/>
                </a:moveTo>
                <a:lnTo>
                  <a:pt x="1114074" y="0"/>
                </a:lnTo>
                <a:lnTo>
                  <a:pt x="1114074" y="1114074"/>
                </a:lnTo>
                <a:lnTo>
                  <a:pt x="0" y="11140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 descr="pixel old tech information bubble"/>
          <p:cNvSpPr/>
          <p:nvPr/>
        </p:nvSpPr>
        <p:spPr>
          <a:xfrm flipH="false" flipV="false" rot="0">
            <a:off x="7681697" y="5396991"/>
            <a:ext cx="1151756" cy="1118250"/>
          </a:xfrm>
          <a:custGeom>
            <a:avLst/>
            <a:gdLst/>
            <a:ahLst/>
            <a:cxnLst/>
            <a:rect r="r" b="b" t="t" l="l"/>
            <a:pathLst>
              <a:path h="1118250" w="1151756">
                <a:moveTo>
                  <a:pt x="0" y="0"/>
                </a:moveTo>
                <a:lnTo>
                  <a:pt x="1151756" y="0"/>
                </a:lnTo>
                <a:lnTo>
                  <a:pt x="1151756" y="1118250"/>
                </a:lnTo>
                <a:lnTo>
                  <a:pt x="0" y="11182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 descr="pixel old tech CD"/>
          <p:cNvSpPr/>
          <p:nvPr/>
        </p:nvSpPr>
        <p:spPr>
          <a:xfrm flipH="false" flipV="false" rot="0">
            <a:off x="7636067" y="6928335"/>
            <a:ext cx="1243016" cy="1243016"/>
          </a:xfrm>
          <a:custGeom>
            <a:avLst/>
            <a:gdLst/>
            <a:ahLst/>
            <a:cxnLst/>
            <a:rect r="r" b="b" t="t" l="l"/>
            <a:pathLst>
              <a:path h="1243016" w="1243016">
                <a:moveTo>
                  <a:pt x="0" y="0"/>
                </a:moveTo>
                <a:lnTo>
                  <a:pt x="1243016" y="0"/>
                </a:lnTo>
                <a:lnTo>
                  <a:pt x="1243016" y="1243016"/>
                </a:lnTo>
                <a:lnTo>
                  <a:pt x="0" y="12430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 descr="pixel old tech window"/>
          <p:cNvSpPr/>
          <p:nvPr/>
        </p:nvSpPr>
        <p:spPr>
          <a:xfrm flipH="false" flipV="false" rot="0">
            <a:off x="9251627" y="566552"/>
            <a:ext cx="3684917" cy="3684917"/>
          </a:xfrm>
          <a:custGeom>
            <a:avLst/>
            <a:gdLst/>
            <a:ahLst/>
            <a:cxnLst/>
            <a:rect r="r" b="b" t="t" l="l"/>
            <a:pathLst>
              <a:path h="3684917" w="3684917">
                <a:moveTo>
                  <a:pt x="0" y="0"/>
                </a:moveTo>
                <a:lnTo>
                  <a:pt x="3684917" y="0"/>
                </a:lnTo>
                <a:lnTo>
                  <a:pt x="3684917" y="3684918"/>
                </a:lnTo>
                <a:lnTo>
                  <a:pt x="0" y="36849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 descr="pixel old tech window"/>
          <p:cNvSpPr/>
          <p:nvPr/>
        </p:nvSpPr>
        <p:spPr>
          <a:xfrm flipH="false" flipV="false" rot="0">
            <a:off x="9251627" y="4460385"/>
            <a:ext cx="3682584" cy="1198514"/>
          </a:xfrm>
          <a:custGeom>
            <a:avLst/>
            <a:gdLst/>
            <a:ahLst/>
            <a:cxnLst/>
            <a:rect r="r" b="b" t="t" l="l"/>
            <a:pathLst>
              <a:path h="1198514" w="3682584">
                <a:moveTo>
                  <a:pt x="0" y="0"/>
                </a:moveTo>
                <a:lnTo>
                  <a:pt x="3682584" y="0"/>
                </a:lnTo>
                <a:lnTo>
                  <a:pt x="3682584" y="1198514"/>
                </a:lnTo>
                <a:lnTo>
                  <a:pt x="0" y="119851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 descr="pixel old tech window"/>
          <p:cNvSpPr/>
          <p:nvPr/>
        </p:nvSpPr>
        <p:spPr>
          <a:xfrm flipH="false" flipV="false" rot="0">
            <a:off x="13199221" y="566552"/>
            <a:ext cx="4218804" cy="4218804"/>
          </a:xfrm>
          <a:custGeom>
            <a:avLst/>
            <a:gdLst/>
            <a:ahLst/>
            <a:cxnLst/>
            <a:rect r="r" b="b" t="t" l="l"/>
            <a:pathLst>
              <a:path h="4218804" w="4218804">
                <a:moveTo>
                  <a:pt x="0" y="0"/>
                </a:moveTo>
                <a:lnTo>
                  <a:pt x="4218803" y="0"/>
                </a:lnTo>
                <a:lnTo>
                  <a:pt x="4218803" y="4218804"/>
                </a:lnTo>
                <a:lnTo>
                  <a:pt x="0" y="421880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 descr="pixel old tech window"/>
          <p:cNvSpPr/>
          <p:nvPr/>
        </p:nvSpPr>
        <p:spPr>
          <a:xfrm flipH="false" flipV="false" rot="0">
            <a:off x="9240504" y="5867814"/>
            <a:ext cx="6893149" cy="2243407"/>
          </a:xfrm>
          <a:custGeom>
            <a:avLst/>
            <a:gdLst/>
            <a:ahLst/>
            <a:cxnLst/>
            <a:rect r="r" b="b" t="t" l="l"/>
            <a:pathLst>
              <a:path h="2243407" w="6893149">
                <a:moveTo>
                  <a:pt x="0" y="0"/>
                </a:moveTo>
                <a:lnTo>
                  <a:pt x="6893150" y="0"/>
                </a:lnTo>
                <a:lnTo>
                  <a:pt x="6893150" y="2243407"/>
                </a:lnTo>
                <a:lnTo>
                  <a:pt x="0" y="224340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 descr="pixel old tech no button"/>
          <p:cNvSpPr/>
          <p:nvPr/>
        </p:nvSpPr>
        <p:spPr>
          <a:xfrm flipH="false" flipV="false" rot="0">
            <a:off x="15441416" y="5043663"/>
            <a:ext cx="1976608" cy="546263"/>
          </a:xfrm>
          <a:custGeom>
            <a:avLst/>
            <a:gdLst/>
            <a:ahLst/>
            <a:cxnLst/>
            <a:rect r="r" b="b" t="t" l="l"/>
            <a:pathLst>
              <a:path h="546263" w="1976608">
                <a:moveTo>
                  <a:pt x="0" y="0"/>
                </a:moveTo>
                <a:lnTo>
                  <a:pt x="1976608" y="0"/>
                </a:lnTo>
                <a:lnTo>
                  <a:pt x="1976608" y="546263"/>
                </a:lnTo>
                <a:lnTo>
                  <a:pt x="0" y="54626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 descr="pixel old tech start button"/>
          <p:cNvSpPr/>
          <p:nvPr/>
        </p:nvSpPr>
        <p:spPr>
          <a:xfrm flipH="false" flipV="false" rot="0">
            <a:off x="13199221" y="5043663"/>
            <a:ext cx="2026763" cy="560124"/>
          </a:xfrm>
          <a:custGeom>
            <a:avLst/>
            <a:gdLst/>
            <a:ahLst/>
            <a:cxnLst/>
            <a:rect r="r" b="b" t="t" l="l"/>
            <a:pathLst>
              <a:path h="560124" w="2026763">
                <a:moveTo>
                  <a:pt x="0" y="0"/>
                </a:moveTo>
                <a:lnTo>
                  <a:pt x="2026763" y="0"/>
                </a:lnTo>
                <a:lnTo>
                  <a:pt x="2026763" y="560124"/>
                </a:lnTo>
                <a:lnTo>
                  <a:pt x="0" y="56012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 descr="pixel old tech window"/>
          <p:cNvSpPr/>
          <p:nvPr/>
        </p:nvSpPr>
        <p:spPr>
          <a:xfrm flipH="false" flipV="false" rot="0">
            <a:off x="16294173" y="5862095"/>
            <a:ext cx="1123851" cy="2247703"/>
          </a:xfrm>
          <a:custGeom>
            <a:avLst/>
            <a:gdLst/>
            <a:ahLst/>
            <a:cxnLst/>
            <a:rect r="r" b="b" t="t" l="l"/>
            <a:pathLst>
              <a:path h="2247703" w="1123851">
                <a:moveTo>
                  <a:pt x="0" y="0"/>
                </a:moveTo>
                <a:lnTo>
                  <a:pt x="1123851" y="0"/>
                </a:lnTo>
                <a:lnTo>
                  <a:pt x="1123851" y="2247702"/>
                </a:lnTo>
                <a:lnTo>
                  <a:pt x="0" y="224770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 descr="pixel old tech printer"/>
          <p:cNvSpPr/>
          <p:nvPr/>
        </p:nvSpPr>
        <p:spPr>
          <a:xfrm flipH="false" flipV="false" rot="0">
            <a:off x="7700538" y="8454124"/>
            <a:ext cx="1178545" cy="1105689"/>
          </a:xfrm>
          <a:custGeom>
            <a:avLst/>
            <a:gdLst/>
            <a:ahLst/>
            <a:cxnLst/>
            <a:rect r="r" b="b" t="t" l="l"/>
            <a:pathLst>
              <a:path h="1105689" w="1178545">
                <a:moveTo>
                  <a:pt x="0" y="0"/>
                </a:moveTo>
                <a:lnTo>
                  <a:pt x="1178545" y="0"/>
                </a:lnTo>
                <a:lnTo>
                  <a:pt x="1178545" y="1105689"/>
                </a:lnTo>
                <a:lnTo>
                  <a:pt x="0" y="110568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 descr="pixel old tech window"/>
          <p:cNvSpPr/>
          <p:nvPr/>
        </p:nvSpPr>
        <p:spPr>
          <a:xfrm flipH="false" flipV="false" rot="0">
            <a:off x="9251627" y="8320771"/>
            <a:ext cx="2799353" cy="1399677"/>
          </a:xfrm>
          <a:custGeom>
            <a:avLst/>
            <a:gdLst/>
            <a:ahLst/>
            <a:cxnLst/>
            <a:rect r="r" b="b" t="t" l="l"/>
            <a:pathLst>
              <a:path h="1399677" w="2799353">
                <a:moveTo>
                  <a:pt x="0" y="0"/>
                </a:moveTo>
                <a:lnTo>
                  <a:pt x="2799353" y="0"/>
                </a:lnTo>
                <a:lnTo>
                  <a:pt x="2799353" y="1399677"/>
                </a:lnTo>
                <a:lnTo>
                  <a:pt x="0" y="1399677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 descr="pixel old tech magnifier tool"/>
          <p:cNvSpPr/>
          <p:nvPr/>
        </p:nvSpPr>
        <p:spPr>
          <a:xfrm flipH="false" flipV="false" rot="0">
            <a:off x="12205927" y="8321034"/>
            <a:ext cx="624539" cy="624539"/>
          </a:xfrm>
          <a:custGeom>
            <a:avLst/>
            <a:gdLst/>
            <a:ahLst/>
            <a:cxnLst/>
            <a:rect r="r" b="b" t="t" l="l"/>
            <a:pathLst>
              <a:path h="624539" w="624539">
                <a:moveTo>
                  <a:pt x="0" y="0"/>
                </a:moveTo>
                <a:lnTo>
                  <a:pt x="624539" y="0"/>
                </a:lnTo>
                <a:lnTo>
                  <a:pt x="624539" y="624539"/>
                </a:lnTo>
                <a:lnTo>
                  <a:pt x="0" y="624539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 descr="pixel old tech close button"/>
          <p:cNvSpPr/>
          <p:nvPr/>
        </p:nvSpPr>
        <p:spPr>
          <a:xfrm flipH="false" flipV="false" rot="0">
            <a:off x="12959714" y="8312467"/>
            <a:ext cx="633106" cy="633106"/>
          </a:xfrm>
          <a:custGeom>
            <a:avLst/>
            <a:gdLst/>
            <a:ahLst/>
            <a:cxnLst/>
            <a:rect r="r" b="b" t="t" l="l"/>
            <a:pathLst>
              <a:path h="633106" w="633106">
                <a:moveTo>
                  <a:pt x="0" y="0"/>
                </a:moveTo>
                <a:lnTo>
                  <a:pt x="633106" y="0"/>
                </a:lnTo>
                <a:lnTo>
                  <a:pt x="633106" y="633106"/>
                </a:lnTo>
                <a:lnTo>
                  <a:pt x="0" y="633106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 descr="pixel old tech selection tool"/>
          <p:cNvSpPr/>
          <p:nvPr/>
        </p:nvSpPr>
        <p:spPr>
          <a:xfrm flipH="false" flipV="false" rot="0">
            <a:off x="13720572" y="8321034"/>
            <a:ext cx="624539" cy="624539"/>
          </a:xfrm>
          <a:custGeom>
            <a:avLst/>
            <a:gdLst/>
            <a:ahLst/>
            <a:cxnLst/>
            <a:rect r="r" b="b" t="t" l="l"/>
            <a:pathLst>
              <a:path h="624539" w="624539">
                <a:moveTo>
                  <a:pt x="0" y="0"/>
                </a:moveTo>
                <a:lnTo>
                  <a:pt x="624539" y="0"/>
                </a:lnTo>
                <a:lnTo>
                  <a:pt x="624539" y="624539"/>
                </a:lnTo>
                <a:lnTo>
                  <a:pt x="0" y="624539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 descr="pixel old tech eraser tool"/>
          <p:cNvSpPr/>
          <p:nvPr/>
        </p:nvSpPr>
        <p:spPr>
          <a:xfrm flipH="false" flipV="false" rot="0">
            <a:off x="14502344" y="8312467"/>
            <a:ext cx="633106" cy="633106"/>
          </a:xfrm>
          <a:custGeom>
            <a:avLst/>
            <a:gdLst/>
            <a:ahLst/>
            <a:cxnLst/>
            <a:rect r="r" b="b" t="t" l="l"/>
            <a:pathLst>
              <a:path h="633106" w="633106">
                <a:moveTo>
                  <a:pt x="0" y="0"/>
                </a:moveTo>
                <a:lnTo>
                  <a:pt x="633106" y="0"/>
                </a:lnTo>
                <a:lnTo>
                  <a:pt x="633106" y="633106"/>
                </a:lnTo>
                <a:lnTo>
                  <a:pt x="0" y="63310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 descr="pixel old tech fill tool"/>
          <p:cNvSpPr/>
          <p:nvPr/>
        </p:nvSpPr>
        <p:spPr>
          <a:xfrm flipH="false" flipV="false" rot="0">
            <a:off x="15263202" y="8312467"/>
            <a:ext cx="633106" cy="633106"/>
          </a:xfrm>
          <a:custGeom>
            <a:avLst/>
            <a:gdLst/>
            <a:ahLst/>
            <a:cxnLst/>
            <a:rect r="r" b="b" t="t" l="l"/>
            <a:pathLst>
              <a:path h="633106" w="633106">
                <a:moveTo>
                  <a:pt x="0" y="0"/>
                </a:moveTo>
                <a:lnTo>
                  <a:pt x="633106" y="0"/>
                </a:lnTo>
                <a:lnTo>
                  <a:pt x="633106" y="633106"/>
                </a:lnTo>
                <a:lnTo>
                  <a:pt x="0" y="633106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 descr="pixel old tech paintbrush tool"/>
          <p:cNvSpPr/>
          <p:nvPr/>
        </p:nvSpPr>
        <p:spPr>
          <a:xfrm flipH="false" flipV="false" rot="0">
            <a:off x="16024060" y="8312467"/>
            <a:ext cx="633106" cy="633106"/>
          </a:xfrm>
          <a:custGeom>
            <a:avLst/>
            <a:gdLst/>
            <a:ahLst/>
            <a:cxnLst/>
            <a:rect r="r" b="b" t="t" l="l"/>
            <a:pathLst>
              <a:path h="633106" w="633106">
                <a:moveTo>
                  <a:pt x="0" y="0"/>
                </a:moveTo>
                <a:lnTo>
                  <a:pt x="633106" y="0"/>
                </a:lnTo>
                <a:lnTo>
                  <a:pt x="633106" y="633106"/>
                </a:lnTo>
                <a:lnTo>
                  <a:pt x="0" y="63310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 descr="pixel old tech freeform scale tool"/>
          <p:cNvSpPr/>
          <p:nvPr/>
        </p:nvSpPr>
        <p:spPr>
          <a:xfrm flipH="false" flipV="false" rot="0">
            <a:off x="16784918" y="8312467"/>
            <a:ext cx="633106" cy="633106"/>
          </a:xfrm>
          <a:custGeom>
            <a:avLst/>
            <a:gdLst/>
            <a:ahLst/>
            <a:cxnLst/>
            <a:rect r="r" b="b" t="t" l="l"/>
            <a:pathLst>
              <a:path h="633106" w="633106">
                <a:moveTo>
                  <a:pt x="0" y="0"/>
                </a:moveTo>
                <a:lnTo>
                  <a:pt x="633106" y="0"/>
                </a:lnTo>
                <a:lnTo>
                  <a:pt x="633106" y="633106"/>
                </a:lnTo>
                <a:lnTo>
                  <a:pt x="0" y="633106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 descr="progress bar"/>
          <p:cNvSpPr/>
          <p:nvPr/>
        </p:nvSpPr>
        <p:spPr>
          <a:xfrm flipH="false" flipV="false" rot="0">
            <a:off x="12205927" y="9145598"/>
            <a:ext cx="2980467" cy="558160"/>
          </a:xfrm>
          <a:custGeom>
            <a:avLst/>
            <a:gdLst/>
            <a:ahLst/>
            <a:cxnLst/>
            <a:rect r="r" b="b" t="t" l="l"/>
            <a:pathLst>
              <a:path h="558160" w="2980467">
                <a:moveTo>
                  <a:pt x="0" y="0"/>
                </a:moveTo>
                <a:lnTo>
                  <a:pt x="2980466" y="0"/>
                </a:lnTo>
                <a:lnTo>
                  <a:pt x="2980466" y="558161"/>
                </a:lnTo>
                <a:lnTo>
                  <a:pt x="0" y="558161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 descr="pixel old tech loading icon"/>
          <p:cNvSpPr/>
          <p:nvPr/>
        </p:nvSpPr>
        <p:spPr>
          <a:xfrm flipH="false" flipV="false" rot="0">
            <a:off x="15338793" y="9145598"/>
            <a:ext cx="541923" cy="558160"/>
          </a:xfrm>
          <a:custGeom>
            <a:avLst/>
            <a:gdLst/>
            <a:ahLst/>
            <a:cxnLst/>
            <a:rect r="r" b="b" t="t" l="l"/>
            <a:pathLst>
              <a:path h="558160" w="541923">
                <a:moveTo>
                  <a:pt x="0" y="0"/>
                </a:moveTo>
                <a:lnTo>
                  <a:pt x="541923" y="0"/>
                </a:lnTo>
                <a:lnTo>
                  <a:pt x="541923" y="558161"/>
                </a:lnTo>
                <a:lnTo>
                  <a:pt x="0" y="558161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 descr="pixel old tech finger pointer"/>
          <p:cNvSpPr/>
          <p:nvPr/>
        </p:nvSpPr>
        <p:spPr>
          <a:xfrm flipH="false" flipV="false" rot="0">
            <a:off x="16527935" y="9145598"/>
            <a:ext cx="423187" cy="558160"/>
          </a:xfrm>
          <a:custGeom>
            <a:avLst/>
            <a:gdLst/>
            <a:ahLst/>
            <a:cxnLst/>
            <a:rect r="r" b="b" t="t" l="l"/>
            <a:pathLst>
              <a:path h="558160" w="423187">
                <a:moveTo>
                  <a:pt x="0" y="0"/>
                </a:moveTo>
                <a:lnTo>
                  <a:pt x="423187" y="0"/>
                </a:lnTo>
                <a:lnTo>
                  <a:pt x="423187" y="558161"/>
                </a:lnTo>
                <a:lnTo>
                  <a:pt x="0" y="558161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 descr="cursor"/>
          <p:cNvSpPr/>
          <p:nvPr/>
        </p:nvSpPr>
        <p:spPr>
          <a:xfrm flipH="false" flipV="false" rot="0">
            <a:off x="17090232" y="9145598"/>
            <a:ext cx="327792" cy="558160"/>
          </a:xfrm>
          <a:custGeom>
            <a:avLst/>
            <a:gdLst/>
            <a:ahLst/>
            <a:cxnLst/>
            <a:rect r="r" b="b" t="t" l="l"/>
            <a:pathLst>
              <a:path h="558160" w="327792">
                <a:moveTo>
                  <a:pt x="0" y="0"/>
                </a:moveTo>
                <a:lnTo>
                  <a:pt x="327792" y="0"/>
                </a:lnTo>
                <a:lnTo>
                  <a:pt x="327792" y="558161"/>
                </a:lnTo>
                <a:lnTo>
                  <a:pt x="0" y="558161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 descr="pixel old tech delete icon"/>
          <p:cNvSpPr/>
          <p:nvPr/>
        </p:nvSpPr>
        <p:spPr>
          <a:xfrm flipH="false" flipV="false" rot="0">
            <a:off x="16019826" y="9161790"/>
            <a:ext cx="368999" cy="525776"/>
          </a:xfrm>
          <a:custGeom>
            <a:avLst/>
            <a:gdLst/>
            <a:ahLst/>
            <a:cxnLst/>
            <a:rect r="r" b="b" t="t" l="l"/>
            <a:pathLst>
              <a:path h="525776" w="368999">
                <a:moveTo>
                  <a:pt x="0" y="0"/>
                </a:moveTo>
                <a:lnTo>
                  <a:pt x="368999" y="0"/>
                </a:lnTo>
                <a:lnTo>
                  <a:pt x="368999" y="525776"/>
                </a:lnTo>
                <a:lnTo>
                  <a:pt x="0" y="525776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28700" y="1019175"/>
            <a:ext cx="4799155" cy="195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Resource </a:t>
            </a:r>
          </a:p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Page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7137400"/>
            <a:ext cx="4799155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Use these design resources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in your Canva Presentation.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Happy designing!</a:t>
            </a: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Don't forget to delete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this page before presenting. 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785412" cy="10609646"/>
            <a:chOff x="0" y="0"/>
            <a:chExt cx="1787105" cy="2794310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787104" cy="2794310"/>
            </a:xfrm>
            <a:custGeom>
              <a:avLst/>
              <a:gdLst/>
              <a:ahLst/>
              <a:cxnLst/>
              <a:rect r="r" b="b" t="t" l="l"/>
              <a:pathLst>
                <a:path h="2794310" w="1787104">
                  <a:moveTo>
                    <a:pt x="0" y="0"/>
                  </a:moveTo>
                  <a:lnTo>
                    <a:pt x="1787104" y="0"/>
                  </a:lnTo>
                  <a:lnTo>
                    <a:pt x="1787104" y="2794310"/>
                  </a:lnTo>
                  <a:lnTo>
                    <a:pt x="0" y="2794310"/>
                  </a:lnTo>
                  <a:close/>
                </a:path>
              </a:pathLst>
            </a:custGeom>
            <a:solidFill>
              <a:srgbClr val="067A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87105" cy="2832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019175"/>
            <a:ext cx="4799155" cy="195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Resource </a:t>
            </a:r>
          </a:p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Page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137400"/>
            <a:ext cx="4799155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Use these design resources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in your Canva Presentation.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Happy designing!</a:t>
            </a: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Don't forget to delete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this page before presenting. </a:t>
            </a:r>
          </a:p>
        </p:txBody>
      </p:sp>
      <p:sp>
        <p:nvSpPr>
          <p:cNvPr name="Freeform 7" id="7" descr="a pixel art image of a pencil"/>
          <p:cNvSpPr/>
          <p:nvPr/>
        </p:nvSpPr>
        <p:spPr>
          <a:xfrm flipH="false" flipV="false" rot="0">
            <a:off x="7828945" y="1131129"/>
            <a:ext cx="473995" cy="1737980"/>
          </a:xfrm>
          <a:custGeom>
            <a:avLst/>
            <a:gdLst/>
            <a:ahLst/>
            <a:cxnLst/>
            <a:rect r="r" b="b" t="t" l="l"/>
            <a:pathLst>
              <a:path h="1737980" w="473995">
                <a:moveTo>
                  <a:pt x="0" y="0"/>
                </a:moveTo>
                <a:lnTo>
                  <a:pt x="473995" y="0"/>
                </a:lnTo>
                <a:lnTo>
                  <a:pt x="473995" y="1737980"/>
                </a:lnTo>
                <a:lnTo>
                  <a:pt x="0" y="1737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 descr="a pixel art light bulb"/>
          <p:cNvSpPr/>
          <p:nvPr/>
        </p:nvSpPr>
        <p:spPr>
          <a:xfrm flipH="false" flipV="false" rot="0">
            <a:off x="8643331" y="1131129"/>
            <a:ext cx="1115467" cy="1737980"/>
          </a:xfrm>
          <a:custGeom>
            <a:avLst/>
            <a:gdLst/>
            <a:ahLst/>
            <a:cxnLst/>
            <a:rect r="r" b="b" t="t" l="l"/>
            <a:pathLst>
              <a:path h="1737980" w="1115467">
                <a:moveTo>
                  <a:pt x="0" y="0"/>
                </a:moveTo>
                <a:lnTo>
                  <a:pt x="1115467" y="0"/>
                </a:lnTo>
                <a:lnTo>
                  <a:pt x="1115467" y="1737980"/>
                </a:lnTo>
                <a:lnTo>
                  <a:pt x="0" y="17379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 descr="an old computer with the word hi on it"/>
          <p:cNvSpPr/>
          <p:nvPr/>
        </p:nvSpPr>
        <p:spPr>
          <a:xfrm flipH="false" flipV="false" rot="0">
            <a:off x="10099190" y="1131129"/>
            <a:ext cx="1368264" cy="1737980"/>
          </a:xfrm>
          <a:custGeom>
            <a:avLst/>
            <a:gdLst/>
            <a:ahLst/>
            <a:cxnLst/>
            <a:rect r="r" b="b" t="t" l="l"/>
            <a:pathLst>
              <a:path h="1737980" w="1368264">
                <a:moveTo>
                  <a:pt x="0" y="0"/>
                </a:moveTo>
                <a:lnTo>
                  <a:pt x="1368264" y="0"/>
                </a:lnTo>
                <a:lnTo>
                  <a:pt x="1368264" y="1737980"/>
                </a:lnTo>
                <a:lnTo>
                  <a:pt x="0" y="17379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 descr="pixelated paper clip"/>
          <p:cNvSpPr/>
          <p:nvPr/>
        </p:nvSpPr>
        <p:spPr>
          <a:xfrm flipH="false" flipV="false" rot="0">
            <a:off x="7828945" y="3246965"/>
            <a:ext cx="829324" cy="1774818"/>
          </a:xfrm>
          <a:custGeom>
            <a:avLst/>
            <a:gdLst/>
            <a:ahLst/>
            <a:cxnLst/>
            <a:rect r="r" b="b" t="t" l="l"/>
            <a:pathLst>
              <a:path h="1774818" w="829324">
                <a:moveTo>
                  <a:pt x="0" y="0"/>
                </a:moveTo>
                <a:lnTo>
                  <a:pt x="829324" y="0"/>
                </a:lnTo>
                <a:lnTo>
                  <a:pt x="829324" y="1774818"/>
                </a:lnTo>
                <a:lnTo>
                  <a:pt x="0" y="17748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 descr="pixelated dinosaur "/>
          <p:cNvSpPr/>
          <p:nvPr/>
        </p:nvSpPr>
        <p:spPr>
          <a:xfrm flipH="false" flipV="false" rot="0">
            <a:off x="11807845" y="1131129"/>
            <a:ext cx="1636861" cy="1737980"/>
          </a:xfrm>
          <a:custGeom>
            <a:avLst/>
            <a:gdLst/>
            <a:ahLst/>
            <a:cxnLst/>
            <a:rect r="r" b="b" t="t" l="l"/>
            <a:pathLst>
              <a:path h="1737980" w="1636861">
                <a:moveTo>
                  <a:pt x="0" y="0"/>
                </a:moveTo>
                <a:lnTo>
                  <a:pt x="1636862" y="0"/>
                </a:lnTo>
                <a:lnTo>
                  <a:pt x="1636862" y="1737980"/>
                </a:lnTo>
                <a:lnTo>
                  <a:pt x="0" y="1737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 descr="a pixel image of a disk with a music note on it"/>
          <p:cNvSpPr/>
          <p:nvPr/>
        </p:nvSpPr>
        <p:spPr>
          <a:xfrm flipH="false" flipV="false" rot="0">
            <a:off x="13785098" y="1131129"/>
            <a:ext cx="1649501" cy="1737980"/>
          </a:xfrm>
          <a:custGeom>
            <a:avLst/>
            <a:gdLst/>
            <a:ahLst/>
            <a:cxnLst/>
            <a:rect r="r" b="b" t="t" l="l"/>
            <a:pathLst>
              <a:path h="1737980" w="1649501">
                <a:moveTo>
                  <a:pt x="0" y="0"/>
                </a:moveTo>
                <a:lnTo>
                  <a:pt x="1649501" y="0"/>
                </a:lnTo>
                <a:lnTo>
                  <a:pt x="1649501" y="1737980"/>
                </a:lnTo>
                <a:lnTo>
                  <a:pt x="0" y="1737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 descr="a pixelated image of a dice"/>
          <p:cNvSpPr/>
          <p:nvPr/>
        </p:nvSpPr>
        <p:spPr>
          <a:xfrm flipH="false" flipV="false" rot="0">
            <a:off x="15774991" y="1131129"/>
            <a:ext cx="1621061" cy="1737980"/>
          </a:xfrm>
          <a:custGeom>
            <a:avLst/>
            <a:gdLst/>
            <a:ahLst/>
            <a:cxnLst/>
            <a:rect r="r" b="b" t="t" l="l"/>
            <a:pathLst>
              <a:path h="1737980" w="1621061">
                <a:moveTo>
                  <a:pt x="0" y="0"/>
                </a:moveTo>
                <a:lnTo>
                  <a:pt x="1621061" y="0"/>
                </a:lnTo>
                <a:lnTo>
                  <a:pt x="1621061" y="1737980"/>
                </a:lnTo>
                <a:lnTo>
                  <a:pt x="0" y="17379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 descr="pixelated image of a landscape"/>
          <p:cNvSpPr/>
          <p:nvPr/>
        </p:nvSpPr>
        <p:spPr>
          <a:xfrm flipH="false" flipV="false" rot="0">
            <a:off x="8985595" y="3246965"/>
            <a:ext cx="1539252" cy="1774818"/>
          </a:xfrm>
          <a:custGeom>
            <a:avLst/>
            <a:gdLst/>
            <a:ahLst/>
            <a:cxnLst/>
            <a:rect r="r" b="b" t="t" l="l"/>
            <a:pathLst>
              <a:path h="1774818" w="1539252">
                <a:moveTo>
                  <a:pt x="0" y="0"/>
                </a:moveTo>
                <a:lnTo>
                  <a:pt x="1539252" y="0"/>
                </a:lnTo>
                <a:lnTo>
                  <a:pt x="1539252" y="1774818"/>
                </a:lnTo>
                <a:lnTo>
                  <a:pt x="0" y="177481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 descr="pixelated trash can"/>
          <p:cNvSpPr/>
          <p:nvPr/>
        </p:nvSpPr>
        <p:spPr>
          <a:xfrm flipH="false" flipV="false" rot="0">
            <a:off x="10852173" y="3246965"/>
            <a:ext cx="1313366" cy="1774818"/>
          </a:xfrm>
          <a:custGeom>
            <a:avLst/>
            <a:gdLst/>
            <a:ahLst/>
            <a:cxnLst/>
            <a:rect r="r" b="b" t="t" l="l"/>
            <a:pathLst>
              <a:path h="1774818" w="1313366">
                <a:moveTo>
                  <a:pt x="0" y="0"/>
                </a:moveTo>
                <a:lnTo>
                  <a:pt x="1313366" y="0"/>
                </a:lnTo>
                <a:lnTo>
                  <a:pt x="1313366" y="1774818"/>
                </a:lnTo>
                <a:lnTo>
                  <a:pt x="0" y="177481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 descr="pixelated apple"/>
          <p:cNvSpPr/>
          <p:nvPr/>
        </p:nvSpPr>
        <p:spPr>
          <a:xfrm flipH="false" flipV="false" rot="0">
            <a:off x="12492865" y="3309895"/>
            <a:ext cx="1612982" cy="1648959"/>
          </a:xfrm>
          <a:custGeom>
            <a:avLst/>
            <a:gdLst/>
            <a:ahLst/>
            <a:cxnLst/>
            <a:rect r="r" b="b" t="t" l="l"/>
            <a:pathLst>
              <a:path h="1648959" w="1612982">
                <a:moveTo>
                  <a:pt x="0" y="0"/>
                </a:moveTo>
                <a:lnTo>
                  <a:pt x="1612982" y="0"/>
                </a:lnTo>
                <a:lnTo>
                  <a:pt x="1612982" y="1648959"/>
                </a:lnTo>
                <a:lnTo>
                  <a:pt x="0" y="164895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 descr="pixelated keyboard"/>
          <p:cNvSpPr/>
          <p:nvPr/>
        </p:nvSpPr>
        <p:spPr>
          <a:xfrm flipH="false" flipV="false" rot="0">
            <a:off x="14433173" y="3287676"/>
            <a:ext cx="2947366" cy="1693396"/>
          </a:xfrm>
          <a:custGeom>
            <a:avLst/>
            <a:gdLst/>
            <a:ahLst/>
            <a:cxnLst/>
            <a:rect r="r" b="b" t="t" l="l"/>
            <a:pathLst>
              <a:path h="1693396" w="2947366">
                <a:moveTo>
                  <a:pt x="0" y="0"/>
                </a:moveTo>
                <a:lnTo>
                  <a:pt x="2947366" y="0"/>
                </a:lnTo>
                <a:lnTo>
                  <a:pt x="2947366" y="1693396"/>
                </a:lnTo>
                <a:lnTo>
                  <a:pt x="0" y="169339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 descr="an image of the earth in a pixel art style"/>
          <p:cNvSpPr/>
          <p:nvPr/>
        </p:nvSpPr>
        <p:spPr>
          <a:xfrm flipH="false" flipV="false" rot="0">
            <a:off x="7713316" y="5455380"/>
            <a:ext cx="1632381" cy="1632381"/>
          </a:xfrm>
          <a:custGeom>
            <a:avLst/>
            <a:gdLst/>
            <a:ahLst/>
            <a:cxnLst/>
            <a:rect r="r" b="b" t="t" l="l"/>
            <a:pathLst>
              <a:path h="1632381" w="1632381">
                <a:moveTo>
                  <a:pt x="0" y="0"/>
                </a:moveTo>
                <a:lnTo>
                  <a:pt x="1632381" y="0"/>
                </a:lnTo>
                <a:lnTo>
                  <a:pt x="1632381" y="1632381"/>
                </a:lnTo>
                <a:lnTo>
                  <a:pt x="0" y="163238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 descr="pixelated newspaper"/>
          <p:cNvSpPr/>
          <p:nvPr/>
        </p:nvSpPr>
        <p:spPr>
          <a:xfrm flipH="false" flipV="false" rot="0">
            <a:off x="9565668" y="5455380"/>
            <a:ext cx="1951760" cy="1632381"/>
          </a:xfrm>
          <a:custGeom>
            <a:avLst/>
            <a:gdLst/>
            <a:ahLst/>
            <a:cxnLst/>
            <a:rect r="r" b="b" t="t" l="l"/>
            <a:pathLst>
              <a:path h="1632381" w="1951760">
                <a:moveTo>
                  <a:pt x="0" y="0"/>
                </a:moveTo>
                <a:lnTo>
                  <a:pt x="1951760" y="0"/>
                </a:lnTo>
                <a:lnTo>
                  <a:pt x="1951760" y="1632381"/>
                </a:lnTo>
                <a:lnTo>
                  <a:pt x="0" y="1632381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 descr="pixelated magnifying glass"/>
          <p:cNvSpPr/>
          <p:nvPr/>
        </p:nvSpPr>
        <p:spPr>
          <a:xfrm flipH="false" flipV="false" rot="0">
            <a:off x="11737400" y="5456574"/>
            <a:ext cx="1629992" cy="1629992"/>
          </a:xfrm>
          <a:custGeom>
            <a:avLst/>
            <a:gdLst/>
            <a:ahLst/>
            <a:cxnLst/>
            <a:rect r="r" b="b" t="t" l="l"/>
            <a:pathLst>
              <a:path h="1629992" w="1629992">
                <a:moveTo>
                  <a:pt x="0" y="0"/>
                </a:moveTo>
                <a:lnTo>
                  <a:pt x="1629992" y="0"/>
                </a:lnTo>
                <a:lnTo>
                  <a:pt x="1629992" y="1629992"/>
                </a:lnTo>
                <a:lnTo>
                  <a:pt x="0" y="1629992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 descr="pixelated arrow"/>
          <p:cNvSpPr/>
          <p:nvPr/>
        </p:nvSpPr>
        <p:spPr>
          <a:xfrm flipH="false" flipV="false" rot="0">
            <a:off x="13587363" y="5456574"/>
            <a:ext cx="2099522" cy="1629992"/>
          </a:xfrm>
          <a:custGeom>
            <a:avLst/>
            <a:gdLst/>
            <a:ahLst/>
            <a:cxnLst/>
            <a:rect r="r" b="b" t="t" l="l"/>
            <a:pathLst>
              <a:path h="1629992" w="2099522">
                <a:moveTo>
                  <a:pt x="0" y="0"/>
                </a:moveTo>
                <a:lnTo>
                  <a:pt x="2099522" y="0"/>
                </a:lnTo>
                <a:lnTo>
                  <a:pt x="2099522" y="1629992"/>
                </a:lnTo>
                <a:lnTo>
                  <a:pt x="0" y="1629992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 descr="pixelated sad face"/>
          <p:cNvSpPr/>
          <p:nvPr/>
        </p:nvSpPr>
        <p:spPr>
          <a:xfrm flipH="false" flipV="false" rot="0">
            <a:off x="15906856" y="5479885"/>
            <a:ext cx="1624727" cy="1583370"/>
          </a:xfrm>
          <a:custGeom>
            <a:avLst/>
            <a:gdLst/>
            <a:ahLst/>
            <a:cxnLst/>
            <a:rect r="r" b="b" t="t" l="l"/>
            <a:pathLst>
              <a:path h="1583370" w="1624727">
                <a:moveTo>
                  <a:pt x="0" y="0"/>
                </a:moveTo>
                <a:lnTo>
                  <a:pt x="1624727" y="0"/>
                </a:lnTo>
                <a:lnTo>
                  <a:pt x="1624727" y="1583370"/>
                </a:lnTo>
                <a:lnTo>
                  <a:pt x="0" y="1583370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 descr="pixelated flower"/>
          <p:cNvSpPr/>
          <p:nvPr/>
        </p:nvSpPr>
        <p:spPr>
          <a:xfrm flipH="false" flipV="false" rot="0">
            <a:off x="7713316" y="7463387"/>
            <a:ext cx="1692484" cy="1692484"/>
          </a:xfrm>
          <a:custGeom>
            <a:avLst/>
            <a:gdLst/>
            <a:ahLst/>
            <a:cxnLst/>
            <a:rect r="r" b="b" t="t" l="l"/>
            <a:pathLst>
              <a:path h="1692484" w="1692484">
                <a:moveTo>
                  <a:pt x="0" y="0"/>
                </a:moveTo>
                <a:lnTo>
                  <a:pt x="1692484" y="0"/>
                </a:lnTo>
                <a:lnTo>
                  <a:pt x="1692484" y="1692484"/>
                </a:lnTo>
                <a:lnTo>
                  <a:pt x="0" y="1692484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 descr="pixelated leaf"/>
          <p:cNvSpPr/>
          <p:nvPr/>
        </p:nvSpPr>
        <p:spPr>
          <a:xfrm flipH="false" flipV="false" rot="0">
            <a:off x="9645531" y="7463387"/>
            <a:ext cx="1323215" cy="1692484"/>
          </a:xfrm>
          <a:custGeom>
            <a:avLst/>
            <a:gdLst/>
            <a:ahLst/>
            <a:cxnLst/>
            <a:rect r="r" b="b" t="t" l="l"/>
            <a:pathLst>
              <a:path h="1692484" w="1323215">
                <a:moveTo>
                  <a:pt x="0" y="0"/>
                </a:moveTo>
                <a:lnTo>
                  <a:pt x="1323214" y="0"/>
                </a:lnTo>
                <a:lnTo>
                  <a:pt x="1323214" y="1692484"/>
                </a:lnTo>
                <a:lnTo>
                  <a:pt x="0" y="1692484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 descr="pixelated sun glasses"/>
          <p:cNvSpPr/>
          <p:nvPr/>
        </p:nvSpPr>
        <p:spPr>
          <a:xfrm flipH="false" flipV="false" rot="0">
            <a:off x="11208477" y="8101867"/>
            <a:ext cx="2285383" cy="415524"/>
          </a:xfrm>
          <a:custGeom>
            <a:avLst/>
            <a:gdLst/>
            <a:ahLst/>
            <a:cxnLst/>
            <a:rect r="r" b="b" t="t" l="l"/>
            <a:pathLst>
              <a:path h="415524" w="2285383">
                <a:moveTo>
                  <a:pt x="0" y="0"/>
                </a:moveTo>
                <a:lnTo>
                  <a:pt x="2285383" y="0"/>
                </a:lnTo>
                <a:lnTo>
                  <a:pt x="2285383" y="415524"/>
                </a:lnTo>
                <a:lnTo>
                  <a:pt x="0" y="415524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 descr="pixelated speech bubble"/>
          <p:cNvSpPr/>
          <p:nvPr/>
        </p:nvSpPr>
        <p:spPr>
          <a:xfrm flipH="false" flipV="false" rot="0">
            <a:off x="13733591" y="7476674"/>
            <a:ext cx="1821570" cy="1665909"/>
          </a:xfrm>
          <a:custGeom>
            <a:avLst/>
            <a:gdLst/>
            <a:ahLst/>
            <a:cxnLst/>
            <a:rect r="r" b="b" t="t" l="l"/>
            <a:pathLst>
              <a:path h="1665909" w="1821570">
                <a:moveTo>
                  <a:pt x="0" y="0"/>
                </a:moveTo>
                <a:lnTo>
                  <a:pt x="1821571" y="0"/>
                </a:lnTo>
                <a:lnTo>
                  <a:pt x="1821571" y="1665909"/>
                </a:lnTo>
                <a:lnTo>
                  <a:pt x="0" y="1665909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 descr="pixelated smiley"/>
          <p:cNvSpPr/>
          <p:nvPr/>
        </p:nvSpPr>
        <p:spPr>
          <a:xfrm flipH="false" flipV="false" rot="0">
            <a:off x="15794893" y="7463387"/>
            <a:ext cx="1736690" cy="1692484"/>
          </a:xfrm>
          <a:custGeom>
            <a:avLst/>
            <a:gdLst/>
            <a:ahLst/>
            <a:cxnLst/>
            <a:rect r="r" b="b" t="t" l="l"/>
            <a:pathLst>
              <a:path h="1692484" w="1736690">
                <a:moveTo>
                  <a:pt x="0" y="0"/>
                </a:moveTo>
                <a:lnTo>
                  <a:pt x="1736690" y="0"/>
                </a:lnTo>
                <a:lnTo>
                  <a:pt x="1736690" y="1692484"/>
                </a:lnTo>
                <a:lnTo>
                  <a:pt x="0" y="1692484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785412" cy="10467682"/>
            <a:chOff x="0" y="0"/>
            <a:chExt cx="1787105" cy="2756920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787104" cy="2756920"/>
            </a:xfrm>
            <a:custGeom>
              <a:avLst/>
              <a:gdLst/>
              <a:ahLst/>
              <a:cxnLst/>
              <a:rect r="r" b="b" t="t" l="l"/>
              <a:pathLst>
                <a:path h="2756920" w="1787104">
                  <a:moveTo>
                    <a:pt x="0" y="0"/>
                  </a:moveTo>
                  <a:lnTo>
                    <a:pt x="1787104" y="0"/>
                  </a:lnTo>
                  <a:lnTo>
                    <a:pt x="1787104" y="2756920"/>
                  </a:lnTo>
                  <a:lnTo>
                    <a:pt x="0" y="2756920"/>
                  </a:lnTo>
                  <a:close/>
                </a:path>
              </a:pathLst>
            </a:custGeom>
            <a:solidFill>
              <a:srgbClr val="067A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87105" cy="2795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019175"/>
            <a:ext cx="4799155" cy="195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Resource </a:t>
            </a:r>
          </a:p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Page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137400"/>
            <a:ext cx="4799155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Find the magic and fun in presenting with Canva Presentations. Press the following keys while on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Present mode!</a:t>
            </a: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Delete this page before presenting. 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6785412" y="0"/>
          <a:ext cx="11502588" cy="10287000"/>
        </p:xfrm>
        <a:graphic>
          <a:graphicData uri="http://schemas.openxmlformats.org/drawingml/2006/table">
            <a:tbl>
              <a:tblPr/>
              <a:tblGrid>
                <a:gridCol w="5751294"/>
                <a:gridCol w="5751294"/>
              </a:tblGrid>
              <a:tr h="25420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B for blur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F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C for confetti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20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D for a drumroll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M for mic drop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F99"/>
                    </a:solidFill>
                  </a:tcPr>
                </a:tc>
              </a:tr>
              <a:tr h="25420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O for bubbles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F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Q for quiet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08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U for unveil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Any number from 0-9</a:t>
                      </a:r>
                      <a:endParaRPr lang="en-US" sz="1100"/>
                    </a:p>
                    <a:p>
                      <a:pPr algn="ctr">
                        <a:lnSpc>
                          <a:spcPts val="4479"/>
                        </a:lnSpc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for a timer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F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785412" cy="10467682"/>
            <a:chOff x="0" y="0"/>
            <a:chExt cx="1787105" cy="2756920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787104" cy="2756920"/>
            </a:xfrm>
            <a:custGeom>
              <a:avLst/>
              <a:gdLst/>
              <a:ahLst/>
              <a:cxnLst/>
              <a:rect r="r" b="b" t="t" l="l"/>
              <a:pathLst>
                <a:path h="2756920" w="1787104">
                  <a:moveTo>
                    <a:pt x="0" y="0"/>
                  </a:moveTo>
                  <a:lnTo>
                    <a:pt x="1787104" y="0"/>
                  </a:lnTo>
                  <a:lnTo>
                    <a:pt x="1787104" y="2756920"/>
                  </a:lnTo>
                  <a:lnTo>
                    <a:pt x="0" y="2756920"/>
                  </a:lnTo>
                  <a:close/>
                </a:path>
              </a:pathLst>
            </a:custGeom>
            <a:solidFill>
              <a:srgbClr val="067A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87105" cy="2795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019175"/>
            <a:ext cx="4799155" cy="195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Resource </a:t>
            </a:r>
          </a:p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Page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784975"/>
            <a:ext cx="4799155" cy="247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Wa</a:t>
            </a: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nt more flexibility as a presenter? Record your presentation to engage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in a way that works for you — and let your audience watch in a way that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works for them.</a:t>
            </a: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Delete or hide this page before sharing.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6785412" y="9525"/>
          <a:ext cx="11502588" cy="10277475"/>
        </p:xfrm>
        <a:graphic>
          <a:graphicData uri="http://schemas.openxmlformats.org/drawingml/2006/table">
            <a:tbl>
              <a:tblPr/>
              <a:tblGrid>
                <a:gridCol w="10167336"/>
              </a:tblGrid>
              <a:tr h="167380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0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00" strike="noStrike" u="none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Go to Uploads, then Record Yourself.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F99"/>
                    </a:solidFill>
                  </a:tcPr>
                </a:tc>
              </a:tr>
              <a:tr h="167380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0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00" strike="noStrike" u="none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All recordings will be saved on Canva in your Uploads folder.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7380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0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00" strike="noStrike" u="none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Edit your recording. Feel free to adjust the background, volume, and duration.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F99"/>
                    </a:solidFill>
                  </a:tcPr>
                </a:tc>
              </a:tr>
              <a:tr h="175202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0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00" strike="noStrike" u="none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Need multiple presenters? </a:t>
                      </a:r>
                      <a:endParaRPr lang="en-US" sz="1100"/>
                    </a:p>
                    <a:p>
                      <a:pPr algn="ctr" marL="0" indent="0" lvl="0">
                        <a:lnSpc>
                          <a:spcPts val="3080"/>
                        </a:lnSpc>
                        <a:spcBef>
                          <a:spcPct val="0"/>
                        </a:spcBef>
                      </a:pPr>
                      <a:r>
                        <a:rPr lang="en-US" sz="2200" strike="noStrike" u="none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Select Share then update Collaboration link to Can edit.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5202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0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00" strike="noStrike" u="none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Share editable link. Assign team members to record their sections.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F99"/>
                    </a:solidFill>
                  </a:tcPr>
                </a:tc>
              </a:tr>
              <a:tr h="175202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0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00" strike="noStrike" u="none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You can also mix live presentation and recorded videos</a:t>
                      </a:r>
                      <a:endParaRPr lang="en-US" sz="1100"/>
                    </a:p>
                    <a:p>
                      <a:pPr algn="ctr" marL="0" indent="0" lvl="0">
                        <a:lnSpc>
                          <a:spcPts val="3080"/>
                        </a:lnSpc>
                        <a:spcBef>
                          <a:spcPct val="0"/>
                        </a:spcBef>
                      </a:pPr>
                      <a:r>
                        <a:rPr lang="en-US" sz="2200" strike="noStrike" u="none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to</a:t>
                      </a:r>
                      <a:r>
                        <a:rPr lang="en-US" sz="2200" strike="noStrike" u="none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 make your session more engaging. 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DAG5nO7KpqE</dc:identifier>
  <dcterms:modified xsi:type="dcterms:W3CDTF">2011-08-01T06:04:30Z</dcterms:modified>
  <cp:revision>1</cp:revision>
  <dc:title>MONOCLICKER PROPOSAL PRESENTATION FOR CS (LONG)</dc:title>
</cp:coreProperties>
</file>